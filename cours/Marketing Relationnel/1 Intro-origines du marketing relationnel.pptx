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6.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7.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8.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9.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0.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11.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25"/>
  </p:notesMasterIdLst>
  <p:sldIdLst>
    <p:sldId id="265" r:id="rId5"/>
    <p:sldId id="552" r:id="rId6"/>
    <p:sldId id="553" r:id="rId7"/>
    <p:sldId id="263" r:id="rId8"/>
    <p:sldId id="262" r:id="rId9"/>
    <p:sldId id="286" r:id="rId10"/>
    <p:sldId id="554" r:id="rId11"/>
    <p:sldId id="555" r:id="rId12"/>
    <p:sldId id="556" r:id="rId13"/>
    <p:sldId id="557" r:id="rId14"/>
    <p:sldId id="579" r:id="rId15"/>
    <p:sldId id="558" r:id="rId16"/>
    <p:sldId id="560" r:id="rId17"/>
    <p:sldId id="580" r:id="rId18"/>
    <p:sldId id="559" r:id="rId19"/>
    <p:sldId id="570" r:id="rId20"/>
    <p:sldId id="561" r:id="rId21"/>
    <p:sldId id="571" r:id="rId22"/>
    <p:sldId id="568" r:id="rId23"/>
    <p:sldId id="573"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NEY Damien" initials="CD" lastIdx="0" clrIdx="0">
    <p:extLst>
      <p:ext uri="{19B8F6BF-5375-455C-9EA6-DF929625EA0E}">
        <p15:presenceInfo xmlns:p15="http://schemas.microsoft.com/office/powerpoint/2012/main" userId="S-1-5-21-1321489084-1728362515-3945633915-2063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FF5050"/>
    <a:srgbClr val="FFFFFF"/>
    <a:srgbClr val="161344"/>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5916C6-DBAC-43FC-A06F-AABE52544270}" v="1" dt="2025-06-13T08:27:58.58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FD4443E-F989-4FC4-A0C8-D5A2AF1F390B}" styleName="Style foncé 1 - Accentuation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60" autoAdjust="0"/>
    <p:restoredTop sz="76574" autoAdjust="0"/>
  </p:normalViewPr>
  <p:slideViewPr>
    <p:cSldViewPr snapToGrid="0">
      <p:cViewPr varScale="1">
        <p:scale>
          <a:sx n="81" d="100"/>
          <a:sy n="81" d="100"/>
        </p:scale>
        <p:origin x="56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EY Damien" userId="40ca76e2-3dc1-426f-9037-c2eff4784f3c" providerId="ADAL" clId="{0D775A49-6A77-489D-AAF7-60DEFE546C49}"/>
    <pc:docChg chg="modSld">
      <pc:chgData name="CHANEY Damien" userId="40ca76e2-3dc1-426f-9037-c2eff4784f3c" providerId="ADAL" clId="{0D775A49-6A77-489D-AAF7-60DEFE546C49}" dt="2021-05-20T07:53:15.340" v="5" actId="20577"/>
      <pc:docMkLst>
        <pc:docMk/>
      </pc:docMkLst>
      <pc:sldChg chg="modSp mod">
        <pc:chgData name="CHANEY Damien" userId="40ca76e2-3dc1-426f-9037-c2eff4784f3c" providerId="ADAL" clId="{0D775A49-6A77-489D-AAF7-60DEFE546C49}" dt="2021-05-20T07:53:15.340" v="5" actId="20577"/>
        <pc:sldMkLst>
          <pc:docMk/>
          <pc:sldMk cId="2422280544" sldId="264"/>
        </pc:sldMkLst>
      </pc:sldChg>
    </pc:docChg>
  </pc:docChgLst>
  <pc:docChgLst>
    <pc:chgData name="Damien CHANEY" userId="40ca76e2-3dc1-426f-9037-c2eff4784f3c" providerId="ADAL" clId="{4423724C-1C64-495A-87B3-91BE2B8F7C15}"/>
    <pc:docChg chg="modSld">
      <pc:chgData name="Damien CHANEY" userId="40ca76e2-3dc1-426f-9037-c2eff4784f3c" providerId="ADAL" clId="{4423724C-1C64-495A-87B3-91BE2B8F7C15}" dt="2021-09-06T11:26:49.268" v="85" actId="20577"/>
      <pc:docMkLst>
        <pc:docMk/>
      </pc:docMkLst>
      <pc:sldChg chg="modSp mod">
        <pc:chgData name="Damien CHANEY" userId="40ca76e2-3dc1-426f-9037-c2eff4784f3c" providerId="ADAL" clId="{4423724C-1C64-495A-87B3-91BE2B8F7C15}" dt="2021-09-06T11:26:49.268" v="85" actId="20577"/>
        <pc:sldMkLst>
          <pc:docMk/>
          <pc:sldMk cId="2534959597" sldId="263"/>
        </pc:sldMkLst>
      </pc:sldChg>
      <pc:sldChg chg="modSp">
        <pc:chgData name="Damien CHANEY" userId="40ca76e2-3dc1-426f-9037-c2eff4784f3c" providerId="ADAL" clId="{4423724C-1C64-495A-87B3-91BE2B8F7C15}" dt="2021-09-06T10:54:30.152" v="18" actId="20577"/>
        <pc:sldMkLst>
          <pc:docMk/>
          <pc:sldMk cId="150378275" sldId="556"/>
        </pc:sldMkLst>
      </pc:sldChg>
      <pc:sldChg chg="modSp">
        <pc:chgData name="Damien CHANEY" userId="40ca76e2-3dc1-426f-9037-c2eff4784f3c" providerId="ADAL" clId="{4423724C-1C64-495A-87B3-91BE2B8F7C15}" dt="2021-09-06T10:58:44.512" v="56" actId="20577"/>
        <pc:sldMkLst>
          <pc:docMk/>
          <pc:sldMk cId="579398729" sldId="558"/>
        </pc:sldMkLst>
      </pc:sldChg>
      <pc:sldChg chg="modSp mod modAnim">
        <pc:chgData name="Damien CHANEY" userId="40ca76e2-3dc1-426f-9037-c2eff4784f3c" providerId="ADAL" clId="{4423724C-1C64-495A-87B3-91BE2B8F7C15}" dt="2021-09-06T11:13:47.019" v="65"/>
        <pc:sldMkLst>
          <pc:docMk/>
          <pc:sldMk cId="4219048549" sldId="568"/>
        </pc:sldMkLst>
      </pc:sldChg>
      <pc:sldChg chg="modSp mod">
        <pc:chgData name="Damien CHANEY" userId="40ca76e2-3dc1-426f-9037-c2eff4784f3c" providerId="ADAL" clId="{4423724C-1C64-495A-87B3-91BE2B8F7C15}" dt="2021-09-06T10:44:47.749" v="9" actId="6549"/>
        <pc:sldMkLst>
          <pc:docMk/>
          <pc:sldMk cId="671207608" sldId="569"/>
        </pc:sldMkLst>
      </pc:sldChg>
      <pc:sldChg chg="modAnim">
        <pc:chgData name="Damien CHANEY" userId="40ca76e2-3dc1-426f-9037-c2eff4784f3c" providerId="ADAL" clId="{4423724C-1C64-495A-87B3-91BE2B8F7C15}" dt="2021-09-06T11:17:39.347" v="68"/>
        <pc:sldMkLst>
          <pc:docMk/>
          <pc:sldMk cId="1545715273" sldId="573"/>
        </pc:sldMkLst>
      </pc:sldChg>
      <pc:sldChg chg="modSp mod">
        <pc:chgData name="Damien CHANEY" userId="40ca76e2-3dc1-426f-9037-c2eff4784f3c" providerId="ADAL" clId="{4423724C-1C64-495A-87B3-91BE2B8F7C15}" dt="2021-09-06T10:11:35.745" v="3" actId="20577"/>
        <pc:sldMkLst>
          <pc:docMk/>
          <pc:sldMk cId="2623148350" sldId="583"/>
        </pc:sldMkLst>
      </pc:sldChg>
    </pc:docChg>
  </pc:docChgLst>
  <pc:docChgLst>
    <pc:chgData name="CHANEY Damien" userId="40ca76e2-3dc1-426f-9037-c2eff4784f3c" providerId="ADAL" clId="{5FD6E4A8-1F4A-4B18-8A59-C84DFFB9B514}"/>
    <pc:docChg chg="undo custSel addSld delSld modSld">
      <pc:chgData name="CHANEY Damien" userId="40ca76e2-3dc1-426f-9037-c2eff4784f3c" providerId="ADAL" clId="{5FD6E4A8-1F4A-4B18-8A59-C84DFFB9B514}" dt="2023-09-04T13:03:05.982" v="697" actId="27636"/>
      <pc:docMkLst>
        <pc:docMk/>
      </pc:docMkLst>
      <pc:sldChg chg="add del">
        <pc:chgData name="CHANEY Damien" userId="40ca76e2-3dc1-426f-9037-c2eff4784f3c" providerId="ADAL" clId="{5FD6E4A8-1F4A-4B18-8A59-C84DFFB9B514}" dt="2023-08-25T10:24:57.527" v="124"/>
        <pc:sldMkLst>
          <pc:docMk/>
          <pc:sldMk cId="3291350195" sldId="257"/>
        </pc:sldMkLst>
      </pc:sldChg>
      <pc:sldChg chg="add del setBg">
        <pc:chgData name="CHANEY Damien" userId="40ca76e2-3dc1-426f-9037-c2eff4784f3c" providerId="ADAL" clId="{5FD6E4A8-1F4A-4B18-8A59-C84DFFB9B514}" dt="2023-08-25T10:24:57.527" v="124"/>
        <pc:sldMkLst>
          <pc:docMk/>
          <pc:sldMk cId="2827890769" sldId="258"/>
        </pc:sldMkLst>
      </pc:sldChg>
      <pc:sldChg chg="modSp mod">
        <pc:chgData name="CHANEY Damien" userId="40ca76e2-3dc1-426f-9037-c2eff4784f3c" providerId="ADAL" clId="{5FD6E4A8-1F4A-4B18-8A59-C84DFFB9B514}" dt="2023-08-28T12:03:54.456" v="483" actId="20577"/>
        <pc:sldMkLst>
          <pc:docMk/>
          <pc:sldMk cId="2534959597" sldId="263"/>
        </pc:sldMkLst>
      </pc:sldChg>
      <pc:sldChg chg="modSp mod">
        <pc:chgData name="CHANEY Damien" userId="40ca76e2-3dc1-426f-9037-c2eff4784f3c" providerId="ADAL" clId="{5FD6E4A8-1F4A-4B18-8A59-C84DFFB9B514}" dt="2023-08-28T12:09:32.110" v="552" actId="20577"/>
        <pc:sldMkLst>
          <pc:docMk/>
          <pc:sldMk cId="2422280544" sldId="264"/>
        </pc:sldMkLst>
      </pc:sldChg>
      <pc:sldChg chg="modSp mod">
        <pc:chgData name="CHANEY Damien" userId="40ca76e2-3dc1-426f-9037-c2eff4784f3c" providerId="ADAL" clId="{5FD6E4A8-1F4A-4B18-8A59-C84DFFB9B514}" dt="2023-08-28T11:56:20.951" v="306" actId="20577"/>
        <pc:sldMkLst>
          <pc:docMk/>
          <pc:sldMk cId="1385129114" sldId="265"/>
        </pc:sldMkLst>
      </pc:sldChg>
      <pc:sldChg chg="add del">
        <pc:chgData name="CHANEY Damien" userId="40ca76e2-3dc1-426f-9037-c2eff4784f3c" providerId="ADAL" clId="{5FD6E4A8-1F4A-4B18-8A59-C84DFFB9B514}" dt="2023-08-25T10:24:57.527" v="124"/>
        <pc:sldMkLst>
          <pc:docMk/>
          <pc:sldMk cId="3278307722" sldId="266"/>
        </pc:sldMkLst>
      </pc:sldChg>
      <pc:sldChg chg="add del">
        <pc:chgData name="CHANEY Damien" userId="40ca76e2-3dc1-426f-9037-c2eff4784f3c" providerId="ADAL" clId="{5FD6E4A8-1F4A-4B18-8A59-C84DFFB9B514}" dt="2023-08-25T10:24:57.527" v="124"/>
        <pc:sldMkLst>
          <pc:docMk/>
          <pc:sldMk cId="2975607793" sldId="267"/>
        </pc:sldMkLst>
      </pc:sldChg>
      <pc:sldChg chg="modSp add del mod setBg">
        <pc:chgData name="CHANEY Damien" userId="40ca76e2-3dc1-426f-9037-c2eff4784f3c" providerId="ADAL" clId="{5FD6E4A8-1F4A-4B18-8A59-C84DFFB9B514}" dt="2023-08-25T10:24:57.527" v="124"/>
        <pc:sldMkLst>
          <pc:docMk/>
          <pc:sldMk cId="2083615636" sldId="268"/>
        </pc:sldMkLst>
      </pc:sldChg>
      <pc:sldChg chg="add del">
        <pc:chgData name="CHANEY Damien" userId="40ca76e2-3dc1-426f-9037-c2eff4784f3c" providerId="ADAL" clId="{5FD6E4A8-1F4A-4B18-8A59-C84DFFB9B514}" dt="2023-08-25T10:24:57.527" v="124"/>
        <pc:sldMkLst>
          <pc:docMk/>
          <pc:sldMk cId="1082365971" sldId="269"/>
        </pc:sldMkLst>
      </pc:sldChg>
      <pc:sldChg chg="add del">
        <pc:chgData name="CHANEY Damien" userId="40ca76e2-3dc1-426f-9037-c2eff4784f3c" providerId="ADAL" clId="{5FD6E4A8-1F4A-4B18-8A59-C84DFFB9B514}" dt="2023-08-25T10:24:57.527" v="124"/>
        <pc:sldMkLst>
          <pc:docMk/>
          <pc:sldMk cId="2696816841" sldId="270"/>
        </pc:sldMkLst>
      </pc:sldChg>
      <pc:sldChg chg="add del">
        <pc:chgData name="CHANEY Damien" userId="40ca76e2-3dc1-426f-9037-c2eff4784f3c" providerId="ADAL" clId="{5FD6E4A8-1F4A-4B18-8A59-C84DFFB9B514}" dt="2023-08-25T10:24:57.527" v="124"/>
        <pc:sldMkLst>
          <pc:docMk/>
          <pc:sldMk cId="1981902638" sldId="271"/>
        </pc:sldMkLst>
      </pc:sldChg>
      <pc:sldChg chg="add del">
        <pc:chgData name="CHANEY Damien" userId="40ca76e2-3dc1-426f-9037-c2eff4784f3c" providerId="ADAL" clId="{5FD6E4A8-1F4A-4B18-8A59-C84DFFB9B514}" dt="2023-08-25T10:24:57.527" v="124"/>
        <pc:sldMkLst>
          <pc:docMk/>
          <pc:sldMk cId="2368530859" sldId="272"/>
        </pc:sldMkLst>
      </pc:sldChg>
      <pc:sldChg chg="add del">
        <pc:chgData name="CHANEY Damien" userId="40ca76e2-3dc1-426f-9037-c2eff4784f3c" providerId="ADAL" clId="{5FD6E4A8-1F4A-4B18-8A59-C84DFFB9B514}" dt="2023-08-25T10:24:57.527" v="124"/>
        <pc:sldMkLst>
          <pc:docMk/>
          <pc:sldMk cId="217397965" sldId="273"/>
        </pc:sldMkLst>
      </pc:sldChg>
      <pc:sldChg chg="add del">
        <pc:chgData name="CHANEY Damien" userId="40ca76e2-3dc1-426f-9037-c2eff4784f3c" providerId="ADAL" clId="{5FD6E4A8-1F4A-4B18-8A59-C84DFFB9B514}" dt="2023-08-25T10:24:57.527" v="124"/>
        <pc:sldMkLst>
          <pc:docMk/>
          <pc:sldMk cId="1351859778" sldId="274"/>
        </pc:sldMkLst>
      </pc:sldChg>
      <pc:sldChg chg="add del">
        <pc:chgData name="CHANEY Damien" userId="40ca76e2-3dc1-426f-9037-c2eff4784f3c" providerId="ADAL" clId="{5FD6E4A8-1F4A-4B18-8A59-C84DFFB9B514}" dt="2023-08-25T10:24:57.527" v="124"/>
        <pc:sldMkLst>
          <pc:docMk/>
          <pc:sldMk cId="660882583" sldId="275"/>
        </pc:sldMkLst>
      </pc:sldChg>
      <pc:sldChg chg="add del">
        <pc:chgData name="CHANEY Damien" userId="40ca76e2-3dc1-426f-9037-c2eff4784f3c" providerId="ADAL" clId="{5FD6E4A8-1F4A-4B18-8A59-C84DFFB9B514}" dt="2023-08-25T10:24:57.527" v="124"/>
        <pc:sldMkLst>
          <pc:docMk/>
          <pc:sldMk cId="3977578759" sldId="276"/>
        </pc:sldMkLst>
      </pc:sldChg>
      <pc:sldChg chg="add del">
        <pc:chgData name="CHANEY Damien" userId="40ca76e2-3dc1-426f-9037-c2eff4784f3c" providerId="ADAL" clId="{5FD6E4A8-1F4A-4B18-8A59-C84DFFB9B514}" dt="2023-08-25T10:24:57.527" v="124"/>
        <pc:sldMkLst>
          <pc:docMk/>
          <pc:sldMk cId="982989623" sldId="277"/>
        </pc:sldMkLst>
      </pc:sldChg>
      <pc:sldChg chg="add del">
        <pc:chgData name="CHANEY Damien" userId="40ca76e2-3dc1-426f-9037-c2eff4784f3c" providerId="ADAL" clId="{5FD6E4A8-1F4A-4B18-8A59-C84DFFB9B514}" dt="2023-08-25T10:24:57.527" v="124"/>
        <pc:sldMkLst>
          <pc:docMk/>
          <pc:sldMk cId="889972408" sldId="278"/>
        </pc:sldMkLst>
      </pc:sldChg>
      <pc:sldChg chg="add del">
        <pc:chgData name="CHANEY Damien" userId="40ca76e2-3dc1-426f-9037-c2eff4784f3c" providerId="ADAL" clId="{5FD6E4A8-1F4A-4B18-8A59-C84DFFB9B514}" dt="2023-08-25T10:24:57.527" v="124"/>
        <pc:sldMkLst>
          <pc:docMk/>
          <pc:sldMk cId="1203350802" sldId="279"/>
        </pc:sldMkLst>
      </pc:sldChg>
      <pc:sldChg chg="add del setBg">
        <pc:chgData name="CHANEY Damien" userId="40ca76e2-3dc1-426f-9037-c2eff4784f3c" providerId="ADAL" clId="{5FD6E4A8-1F4A-4B18-8A59-C84DFFB9B514}" dt="2023-08-25T10:24:57.527" v="124"/>
        <pc:sldMkLst>
          <pc:docMk/>
          <pc:sldMk cId="3560080682" sldId="280"/>
        </pc:sldMkLst>
      </pc:sldChg>
      <pc:sldChg chg="add del">
        <pc:chgData name="CHANEY Damien" userId="40ca76e2-3dc1-426f-9037-c2eff4784f3c" providerId="ADAL" clId="{5FD6E4A8-1F4A-4B18-8A59-C84DFFB9B514}" dt="2023-08-25T10:24:57.527" v="124"/>
        <pc:sldMkLst>
          <pc:docMk/>
          <pc:sldMk cId="2671167523" sldId="285"/>
        </pc:sldMkLst>
      </pc:sldChg>
      <pc:sldChg chg="add del">
        <pc:chgData name="CHANEY Damien" userId="40ca76e2-3dc1-426f-9037-c2eff4784f3c" providerId="ADAL" clId="{5FD6E4A8-1F4A-4B18-8A59-C84DFFB9B514}" dt="2023-08-25T10:24:57.527" v="124"/>
        <pc:sldMkLst>
          <pc:docMk/>
          <pc:sldMk cId="2897505329" sldId="287"/>
        </pc:sldMkLst>
      </pc:sldChg>
      <pc:sldChg chg="modSp mod">
        <pc:chgData name="CHANEY Damien" userId="40ca76e2-3dc1-426f-9037-c2eff4784f3c" providerId="ADAL" clId="{5FD6E4A8-1F4A-4B18-8A59-C84DFFB9B514}" dt="2023-09-04T13:03:05.982" v="697" actId="27636"/>
        <pc:sldMkLst>
          <pc:docMk/>
          <pc:sldMk cId="1589784426" sldId="342"/>
        </pc:sldMkLst>
      </pc:sldChg>
      <pc:sldChg chg="modSp mod">
        <pc:chgData name="CHANEY Damien" userId="40ca76e2-3dc1-426f-9037-c2eff4784f3c" providerId="ADAL" clId="{5FD6E4A8-1F4A-4B18-8A59-C84DFFB9B514}" dt="2023-09-04T09:46:11.714" v="623" actId="20577"/>
        <pc:sldMkLst>
          <pc:docMk/>
          <pc:sldMk cId="3612528196" sldId="343"/>
        </pc:sldMkLst>
      </pc:sldChg>
      <pc:sldChg chg="modSp">
        <pc:chgData name="CHANEY Damien" userId="40ca76e2-3dc1-426f-9037-c2eff4784f3c" providerId="ADAL" clId="{5FD6E4A8-1F4A-4B18-8A59-C84DFFB9B514}" dt="2023-08-28T12:11:55.582" v="572" actId="20577"/>
        <pc:sldMkLst>
          <pc:docMk/>
          <pc:sldMk cId="2747115706" sldId="555"/>
        </pc:sldMkLst>
      </pc:sldChg>
      <pc:sldChg chg="modSp">
        <pc:chgData name="CHANEY Damien" userId="40ca76e2-3dc1-426f-9037-c2eff4784f3c" providerId="ADAL" clId="{5FD6E4A8-1F4A-4B18-8A59-C84DFFB9B514}" dt="2023-08-25T15:18:32.585" v="176" actId="20577"/>
        <pc:sldMkLst>
          <pc:docMk/>
          <pc:sldMk cId="579398729" sldId="558"/>
        </pc:sldMkLst>
      </pc:sldChg>
      <pc:sldChg chg="del">
        <pc:chgData name="CHANEY Damien" userId="40ca76e2-3dc1-426f-9037-c2eff4784f3c" providerId="ADAL" clId="{5FD6E4A8-1F4A-4B18-8A59-C84DFFB9B514}" dt="2023-09-04T12:18:32.875" v="644" actId="47"/>
        <pc:sldMkLst>
          <pc:docMk/>
          <pc:sldMk cId="4133777586" sldId="564"/>
        </pc:sldMkLst>
      </pc:sldChg>
      <pc:sldChg chg="delSp mod">
        <pc:chgData name="CHANEY Damien" userId="40ca76e2-3dc1-426f-9037-c2eff4784f3c" providerId="ADAL" clId="{5FD6E4A8-1F4A-4B18-8A59-C84DFFB9B514}" dt="2023-08-25T15:20:04.334" v="177" actId="478"/>
        <pc:sldMkLst>
          <pc:docMk/>
          <pc:sldMk cId="4219048549" sldId="568"/>
        </pc:sldMkLst>
      </pc:sldChg>
      <pc:sldChg chg="del">
        <pc:chgData name="CHANEY Damien" userId="40ca76e2-3dc1-426f-9037-c2eff4784f3c" providerId="ADAL" clId="{5FD6E4A8-1F4A-4B18-8A59-C84DFFB9B514}" dt="2023-08-25T10:23:13.033" v="118" actId="47"/>
        <pc:sldMkLst>
          <pc:docMk/>
          <pc:sldMk cId="671207608" sldId="569"/>
        </pc:sldMkLst>
      </pc:sldChg>
      <pc:sldChg chg="modSp mod">
        <pc:chgData name="CHANEY Damien" userId="40ca76e2-3dc1-426f-9037-c2eff4784f3c" providerId="ADAL" clId="{5FD6E4A8-1F4A-4B18-8A59-C84DFFB9B514}" dt="2023-08-28T12:12:01.521" v="575" actId="20577"/>
        <pc:sldMkLst>
          <pc:docMk/>
          <pc:sldMk cId="2390127228" sldId="570"/>
        </pc:sldMkLst>
      </pc:sldChg>
      <pc:sldChg chg="modSp modAnim">
        <pc:chgData name="CHANEY Damien" userId="40ca76e2-3dc1-426f-9037-c2eff4784f3c" providerId="ADAL" clId="{5FD6E4A8-1F4A-4B18-8A59-C84DFFB9B514}" dt="2023-08-28T12:13:51.551" v="582"/>
        <pc:sldMkLst>
          <pc:docMk/>
          <pc:sldMk cId="1545715273" sldId="573"/>
        </pc:sldMkLst>
      </pc:sldChg>
      <pc:sldChg chg="add del">
        <pc:chgData name="CHANEY Damien" userId="40ca76e2-3dc1-426f-9037-c2eff4784f3c" providerId="ADAL" clId="{5FD6E4A8-1F4A-4B18-8A59-C84DFFB9B514}" dt="2023-08-25T10:24:59.794" v="125" actId="47"/>
        <pc:sldMkLst>
          <pc:docMk/>
          <pc:sldMk cId="2326026321" sldId="574"/>
        </pc:sldMkLst>
      </pc:sldChg>
      <pc:sldChg chg="addSp delSp modSp del">
        <pc:chgData name="CHANEY Damien" userId="40ca76e2-3dc1-426f-9037-c2eff4784f3c" providerId="ADAL" clId="{5FD6E4A8-1F4A-4B18-8A59-C84DFFB9B514}" dt="2023-09-04T12:18:31.792" v="643" actId="47"/>
        <pc:sldMkLst>
          <pc:docMk/>
          <pc:sldMk cId="3236534127" sldId="582"/>
        </pc:sldMkLst>
      </pc:sldChg>
      <pc:sldChg chg="modSp mod">
        <pc:chgData name="CHANEY Damien" userId="40ca76e2-3dc1-426f-9037-c2eff4784f3c" providerId="ADAL" clId="{5FD6E4A8-1F4A-4B18-8A59-C84DFFB9B514}" dt="2023-08-25T10:20:35.008" v="3" actId="20577"/>
        <pc:sldMkLst>
          <pc:docMk/>
          <pc:sldMk cId="3682345073" sldId="583"/>
        </pc:sldMkLst>
      </pc:sldChg>
      <pc:sldChg chg="add del">
        <pc:chgData name="CHANEY Damien" userId="40ca76e2-3dc1-426f-9037-c2eff4784f3c" providerId="ADAL" clId="{5FD6E4A8-1F4A-4B18-8A59-C84DFFB9B514}" dt="2023-08-25T10:24:57.527" v="124"/>
        <pc:sldMkLst>
          <pc:docMk/>
          <pc:sldMk cId="2912753834" sldId="584"/>
        </pc:sldMkLst>
      </pc:sldChg>
      <pc:sldChg chg="add del">
        <pc:chgData name="CHANEY Damien" userId="40ca76e2-3dc1-426f-9037-c2eff4784f3c" providerId="ADAL" clId="{5FD6E4A8-1F4A-4B18-8A59-C84DFFB9B514}" dt="2023-08-25T10:24:57.527" v="124"/>
        <pc:sldMkLst>
          <pc:docMk/>
          <pc:sldMk cId="1160660120" sldId="585"/>
        </pc:sldMkLst>
      </pc:sldChg>
      <pc:sldChg chg="add del">
        <pc:chgData name="CHANEY Damien" userId="40ca76e2-3dc1-426f-9037-c2eff4784f3c" providerId="ADAL" clId="{5FD6E4A8-1F4A-4B18-8A59-C84DFFB9B514}" dt="2023-08-25T10:24:57.527" v="124"/>
        <pc:sldMkLst>
          <pc:docMk/>
          <pc:sldMk cId="3146442611" sldId="586"/>
        </pc:sldMkLst>
      </pc:sldChg>
      <pc:sldChg chg="add del">
        <pc:chgData name="CHANEY Damien" userId="40ca76e2-3dc1-426f-9037-c2eff4784f3c" providerId="ADAL" clId="{5FD6E4A8-1F4A-4B18-8A59-C84DFFB9B514}" dt="2023-08-25T10:24:57.527" v="124"/>
        <pc:sldMkLst>
          <pc:docMk/>
          <pc:sldMk cId="1138803276" sldId="587"/>
        </pc:sldMkLst>
      </pc:sldChg>
    </pc:docChg>
  </pc:docChgLst>
  <pc:docChgLst>
    <pc:chgData name="CHANEY Damien" userId="40ca76e2-3dc1-426f-9037-c2eff4784f3c" providerId="ADAL" clId="{B321FBF7-81E5-466B-9C51-40DD86815DD1}"/>
    <pc:docChg chg="modSld">
      <pc:chgData name="CHANEY Damien" userId="40ca76e2-3dc1-426f-9037-c2eff4784f3c" providerId="ADAL" clId="{B321FBF7-81E5-466B-9C51-40DD86815DD1}" dt="2023-09-06T09:26:36.584" v="13" actId="20577"/>
      <pc:docMkLst>
        <pc:docMk/>
      </pc:docMkLst>
      <pc:sldChg chg="modSp mod">
        <pc:chgData name="CHANEY Damien" userId="40ca76e2-3dc1-426f-9037-c2eff4784f3c" providerId="ADAL" clId="{B321FBF7-81E5-466B-9C51-40DD86815DD1}" dt="2023-09-06T09:26:36.584" v="13" actId="20577"/>
        <pc:sldMkLst>
          <pc:docMk/>
          <pc:sldMk cId="2422280544" sldId="264"/>
        </pc:sldMkLst>
      </pc:sldChg>
      <pc:sldChg chg="modSp mod">
        <pc:chgData name="CHANEY Damien" userId="40ca76e2-3dc1-426f-9037-c2eff4784f3c" providerId="ADAL" clId="{B321FBF7-81E5-466B-9C51-40DD86815DD1}" dt="2023-09-06T09:26:22.661" v="1" actId="20577"/>
        <pc:sldMkLst>
          <pc:docMk/>
          <pc:sldMk cId="3682345073" sldId="583"/>
        </pc:sldMkLst>
      </pc:sldChg>
    </pc:docChg>
  </pc:docChgLst>
  <pc:docChgLst>
    <pc:chgData name="CHANEY Damien" userId="40ca76e2-3dc1-426f-9037-c2eff4784f3c" providerId="ADAL" clId="{DE934EF7-F4C2-4C6E-ADBF-FE0EF57C68FB}"/>
    <pc:docChg chg="undo custSel delSld modSld">
      <pc:chgData name="CHANEY Damien" userId="40ca76e2-3dc1-426f-9037-c2eff4784f3c" providerId="ADAL" clId="{DE934EF7-F4C2-4C6E-ADBF-FE0EF57C68FB}" dt="2022-08-29T20:27:11.782" v="147" actId="20577"/>
      <pc:docMkLst>
        <pc:docMk/>
      </pc:docMkLst>
      <pc:sldChg chg="delSp mod">
        <pc:chgData name="CHANEY Damien" userId="40ca76e2-3dc1-426f-9037-c2eff4784f3c" providerId="ADAL" clId="{DE934EF7-F4C2-4C6E-ADBF-FE0EF57C68FB}" dt="2022-08-29T20:06:39.746" v="20" actId="478"/>
        <pc:sldMkLst>
          <pc:docMk/>
          <pc:sldMk cId="947024534" sldId="262"/>
        </pc:sldMkLst>
      </pc:sldChg>
      <pc:sldChg chg="delSp modSp mod">
        <pc:chgData name="CHANEY Damien" userId="40ca76e2-3dc1-426f-9037-c2eff4784f3c" providerId="ADAL" clId="{DE934EF7-F4C2-4C6E-ADBF-FE0EF57C68FB}" dt="2022-08-29T20:14:40.931" v="100" actId="6549"/>
        <pc:sldMkLst>
          <pc:docMk/>
          <pc:sldMk cId="2534959597" sldId="263"/>
        </pc:sldMkLst>
      </pc:sldChg>
      <pc:sldChg chg="delSp modSp mod">
        <pc:chgData name="CHANEY Damien" userId="40ca76e2-3dc1-426f-9037-c2eff4784f3c" providerId="ADAL" clId="{DE934EF7-F4C2-4C6E-ADBF-FE0EF57C68FB}" dt="2022-08-29T20:12:04.016" v="91"/>
        <pc:sldMkLst>
          <pc:docMk/>
          <pc:sldMk cId="2422280544" sldId="264"/>
        </pc:sldMkLst>
      </pc:sldChg>
      <pc:sldChg chg="modSp mod">
        <pc:chgData name="CHANEY Damien" userId="40ca76e2-3dc1-426f-9037-c2eff4784f3c" providerId="ADAL" clId="{DE934EF7-F4C2-4C6E-ADBF-FE0EF57C68FB}" dt="2022-08-29T20:27:11.782" v="147" actId="20577"/>
        <pc:sldMkLst>
          <pc:docMk/>
          <pc:sldMk cId="1385129114" sldId="265"/>
        </pc:sldMkLst>
      </pc:sldChg>
      <pc:sldChg chg="delSp mod">
        <pc:chgData name="CHANEY Damien" userId="40ca76e2-3dc1-426f-9037-c2eff4784f3c" providerId="ADAL" clId="{DE934EF7-F4C2-4C6E-ADBF-FE0EF57C68FB}" dt="2022-08-29T20:15:19.325" v="121" actId="478"/>
        <pc:sldMkLst>
          <pc:docMk/>
          <pc:sldMk cId="2155083721" sldId="286"/>
        </pc:sldMkLst>
      </pc:sldChg>
      <pc:sldChg chg="delSp modSp mod">
        <pc:chgData name="CHANEY Damien" userId="40ca76e2-3dc1-426f-9037-c2eff4784f3c" providerId="ADAL" clId="{DE934EF7-F4C2-4C6E-ADBF-FE0EF57C68FB}" dt="2022-08-29T20:06:44.670" v="22" actId="478"/>
        <pc:sldMkLst>
          <pc:docMk/>
          <pc:sldMk cId="1589784426" sldId="342"/>
        </pc:sldMkLst>
      </pc:sldChg>
      <pc:sldChg chg="delSp mod">
        <pc:chgData name="CHANEY Damien" userId="40ca76e2-3dc1-426f-9037-c2eff4784f3c" providerId="ADAL" clId="{DE934EF7-F4C2-4C6E-ADBF-FE0EF57C68FB}" dt="2022-08-29T20:13:46.799" v="99" actId="478"/>
        <pc:sldMkLst>
          <pc:docMk/>
          <pc:sldMk cId="3612528196" sldId="343"/>
        </pc:sldMkLst>
      </pc:sldChg>
      <pc:sldChg chg="delSp modSp mod">
        <pc:chgData name="CHANEY Damien" userId="40ca76e2-3dc1-426f-9037-c2eff4784f3c" providerId="ADAL" clId="{DE934EF7-F4C2-4C6E-ADBF-FE0EF57C68FB}" dt="2022-08-29T20:12:41.852" v="92" actId="1076"/>
        <pc:sldMkLst>
          <pc:docMk/>
          <pc:sldMk cId="2494098467" sldId="552"/>
        </pc:sldMkLst>
      </pc:sldChg>
      <pc:sldChg chg="delSp modSp mod">
        <pc:chgData name="CHANEY Damien" userId="40ca76e2-3dc1-426f-9037-c2eff4784f3c" providerId="ADAL" clId="{DE934EF7-F4C2-4C6E-ADBF-FE0EF57C68FB}" dt="2022-08-29T20:13:29.672" v="98" actId="27636"/>
        <pc:sldMkLst>
          <pc:docMk/>
          <pc:sldMk cId="1707062844" sldId="553"/>
        </pc:sldMkLst>
      </pc:sldChg>
      <pc:sldChg chg="delSp mod">
        <pc:chgData name="CHANEY Damien" userId="40ca76e2-3dc1-426f-9037-c2eff4784f3c" providerId="ADAL" clId="{DE934EF7-F4C2-4C6E-ADBF-FE0EF57C68FB}" dt="2022-08-29T20:17:49.818" v="125" actId="478"/>
        <pc:sldMkLst>
          <pc:docMk/>
          <pc:sldMk cId="2271789435" sldId="554"/>
        </pc:sldMkLst>
      </pc:sldChg>
      <pc:sldChg chg="delSp modSp mod">
        <pc:chgData name="CHANEY Damien" userId="40ca76e2-3dc1-426f-9037-c2eff4784f3c" providerId="ADAL" clId="{DE934EF7-F4C2-4C6E-ADBF-FE0EF57C68FB}" dt="2022-08-29T20:18:10.067" v="129" actId="1076"/>
        <pc:sldMkLst>
          <pc:docMk/>
          <pc:sldMk cId="2747115706" sldId="555"/>
        </pc:sldMkLst>
      </pc:sldChg>
      <pc:sldChg chg="delSp mod">
        <pc:chgData name="CHANEY Damien" userId="40ca76e2-3dc1-426f-9037-c2eff4784f3c" providerId="ADAL" clId="{DE934EF7-F4C2-4C6E-ADBF-FE0EF57C68FB}" dt="2022-08-29T20:18:41.100" v="137" actId="478"/>
        <pc:sldMkLst>
          <pc:docMk/>
          <pc:sldMk cId="150378275" sldId="556"/>
        </pc:sldMkLst>
      </pc:sldChg>
      <pc:sldChg chg="delSp mod">
        <pc:chgData name="CHANEY Damien" userId="40ca76e2-3dc1-426f-9037-c2eff4784f3c" providerId="ADAL" clId="{DE934EF7-F4C2-4C6E-ADBF-FE0EF57C68FB}" dt="2022-08-29T20:18:38.695" v="136" actId="478"/>
        <pc:sldMkLst>
          <pc:docMk/>
          <pc:sldMk cId="579398729" sldId="558"/>
        </pc:sldMkLst>
      </pc:sldChg>
      <pc:sldChg chg="delSp mod">
        <pc:chgData name="CHANEY Damien" userId="40ca76e2-3dc1-426f-9037-c2eff4784f3c" providerId="ADAL" clId="{DE934EF7-F4C2-4C6E-ADBF-FE0EF57C68FB}" dt="2022-08-29T20:18:36.026" v="135" actId="478"/>
        <pc:sldMkLst>
          <pc:docMk/>
          <pc:sldMk cId="1546312125" sldId="559"/>
        </pc:sldMkLst>
      </pc:sldChg>
      <pc:sldChg chg="delSp mod">
        <pc:chgData name="CHANEY Damien" userId="40ca76e2-3dc1-426f-9037-c2eff4784f3c" providerId="ADAL" clId="{DE934EF7-F4C2-4C6E-ADBF-FE0EF57C68FB}" dt="2022-08-29T20:18:33.910" v="133" actId="478"/>
        <pc:sldMkLst>
          <pc:docMk/>
          <pc:sldMk cId="2862754567" sldId="561"/>
        </pc:sldMkLst>
      </pc:sldChg>
      <pc:sldChg chg="delSp mod">
        <pc:chgData name="CHANEY Damien" userId="40ca76e2-3dc1-426f-9037-c2eff4784f3c" providerId="ADAL" clId="{DE934EF7-F4C2-4C6E-ADBF-FE0EF57C68FB}" dt="2022-08-29T20:18:30.900" v="132" actId="478"/>
        <pc:sldMkLst>
          <pc:docMk/>
          <pc:sldMk cId="3068924160" sldId="563"/>
        </pc:sldMkLst>
      </pc:sldChg>
      <pc:sldChg chg="del">
        <pc:chgData name="CHANEY Damien" userId="40ca76e2-3dc1-426f-9037-c2eff4784f3c" providerId="ADAL" clId="{DE934EF7-F4C2-4C6E-ADBF-FE0EF57C68FB}" dt="2022-08-29T20:22:48.016" v="143" actId="47"/>
        <pc:sldMkLst>
          <pc:docMk/>
          <pc:sldMk cId="2693028563" sldId="567"/>
        </pc:sldMkLst>
      </pc:sldChg>
      <pc:sldChg chg="delSp modSp mod">
        <pc:chgData name="CHANEY Damien" userId="40ca76e2-3dc1-426f-9037-c2eff4784f3c" providerId="ADAL" clId="{DE934EF7-F4C2-4C6E-ADBF-FE0EF57C68FB}" dt="2022-08-29T20:19:58.441" v="141" actId="478"/>
        <pc:sldMkLst>
          <pc:docMk/>
          <pc:sldMk cId="4219048549" sldId="568"/>
        </pc:sldMkLst>
      </pc:sldChg>
      <pc:sldChg chg="delSp modSp mod">
        <pc:chgData name="CHANEY Damien" userId="40ca76e2-3dc1-426f-9037-c2eff4784f3c" providerId="ADAL" clId="{DE934EF7-F4C2-4C6E-ADBF-FE0EF57C68FB}" dt="2022-08-29T20:15:40.420" v="124" actId="14100"/>
        <pc:sldMkLst>
          <pc:docMk/>
          <pc:sldMk cId="671207608" sldId="569"/>
        </pc:sldMkLst>
      </pc:sldChg>
      <pc:sldChg chg="delSp mod">
        <pc:chgData name="CHANEY Damien" userId="40ca76e2-3dc1-426f-9037-c2eff4784f3c" providerId="ADAL" clId="{DE934EF7-F4C2-4C6E-ADBF-FE0EF57C68FB}" dt="2022-08-29T20:18:34.974" v="134" actId="478"/>
        <pc:sldMkLst>
          <pc:docMk/>
          <pc:sldMk cId="2390127228" sldId="570"/>
        </pc:sldMkLst>
      </pc:sldChg>
      <pc:sldChg chg="delSp mod">
        <pc:chgData name="CHANEY Damien" userId="40ca76e2-3dc1-426f-9037-c2eff4784f3c" providerId="ADAL" clId="{DE934EF7-F4C2-4C6E-ADBF-FE0EF57C68FB}" dt="2022-08-29T20:18:29.368" v="131" actId="478"/>
        <pc:sldMkLst>
          <pc:docMk/>
          <pc:sldMk cId="3817869370" sldId="571"/>
        </pc:sldMkLst>
      </pc:sldChg>
      <pc:sldChg chg="delSp mod">
        <pc:chgData name="CHANEY Damien" userId="40ca76e2-3dc1-426f-9037-c2eff4784f3c" providerId="ADAL" clId="{DE934EF7-F4C2-4C6E-ADBF-FE0EF57C68FB}" dt="2022-08-29T20:19:50.896" v="139" actId="478"/>
        <pc:sldMkLst>
          <pc:docMk/>
          <pc:sldMk cId="1545715273" sldId="573"/>
        </pc:sldMkLst>
      </pc:sldChg>
      <pc:sldChg chg="delSp del mod">
        <pc:chgData name="CHANEY Damien" userId="40ca76e2-3dc1-426f-9037-c2eff4784f3c" providerId="ADAL" clId="{DE934EF7-F4C2-4C6E-ADBF-FE0EF57C68FB}" dt="2022-08-29T20:22:48.016" v="143" actId="47"/>
        <pc:sldMkLst>
          <pc:docMk/>
          <pc:sldMk cId="545974364" sldId="581"/>
        </pc:sldMkLst>
      </pc:sldChg>
      <pc:sldChg chg="addSp delSp mod">
        <pc:chgData name="CHANEY Damien" userId="40ca76e2-3dc1-426f-9037-c2eff4784f3c" providerId="ADAL" clId="{DE934EF7-F4C2-4C6E-ADBF-FE0EF57C68FB}" dt="2022-08-29T20:06:24.539" v="16" actId="478"/>
        <pc:sldMkLst>
          <pc:docMk/>
          <pc:sldMk cId="2623148350" sldId="583"/>
        </pc:sldMkLst>
      </pc:sldChg>
    </pc:docChg>
  </pc:docChgLst>
  <pc:docChgLst>
    <pc:chgData name="CHANEY Damien" userId="40ca76e2-3dc1-426f-9037-c2eff4784f3c" providerId="ADAL" clId="{2DF2AFCB-C3BE-4DAC-AD7E-59E6FE1920B1}"/>
    <pc:docChg chg="delSld">
      <pc:chgData name="CHANEY Damien" userId="40ca76e2-3dc1-426f-9037-c2eff4784f3c" providerId="ADAL" clId="{2DF2AFCB-C3BE-4DAC-AD7E-59E6FE1920B1}" dt="2025-06-11T15:30:30.364" v="2" actId="47"/>
      <pc:docMkLst>
        <pc:docMk/>
      </pc:docMkLst>
      <pc:sldChg chg="del">
        <pc:chgData name="CHANEY Damien" userId="40ca76e2-3dc1-426f-9037-c2eff4784f3c" providerId="ADAL" clId="{2DF2AFCB-C3BE-4DAC-AD7E-59E6FE1920B1}" dt="2025-06-11T15:30:28.387" v="1" actId="47"/>
        <pc:sldMkLst>
          <pc:docMk/>
          <pc:sldMk cId="2422280544" sldId="264"/>
        </pc:sldMkLst>
      </pc:sldChg>
      <pc:sldChg chg="del">
        <pc:chgData name="CHANEY Damien" userId="40ca76e2-3dc1-426f-9037-c2eff4784f3c" providerId="ADAL" clId="{2DF2AFCB-C3BE-4DAC-AD7E-59E6FE1920B1}" dt="2025-06-11T15:30:24.473" v="0" actId="47"/>
        <pc:sldMkLst>
          <pc:docMk/>
          <pc:sldMk cId="1589784426" sldId="342"/>
        </pc:sldMkLst>
      </pc:sldChg>
      <pc:sldChg chg="del">
        <pc:chgData name="CHANEY Damien" userId="40ca76e2-3dc1-426f-9037-c2eff4784f3c" providerId="ADAL" clId="{2DF2AFCB-C3BE-4DAC-AD7E-59E6FE1920B1}" dt="2025-06-11T15:30:24.473" v="0" actId="47"/>
        <pc:sldMkLst>
          <pc:docMk/>
          <pc:sldMk cId="3612528196" sldId="343"/>
        </pc:sldMkLst>
      </pc:sldChg>
      <pc:sldChg chg="del">
        <pc:chgData name="CHANEY Damien" userId="40ca76e2-3dc1-426f-9037-c2eff4784f3c" providerId="ADAL" clId="{2DF2AFCB-C3BE-4DAC-AD7E-59E6FE1920B1}" dt="2025-06-11T15:30:24.473" v="0" actId="47"/>
        <pc:sldMkLst>
          <pc:docMk/>
          <pc:sldMk cId="3682345073" sldId="583"/>
        </pc:sldMkLst>
      </pc:sldChg>
      <pc:sldChg chg="del">
        <pc:chgData name="CHANEY Damien" userId="40ca76e2-3dc1-426f-9037-c2eff4784f3c" providerId="ADAL" clId="{2DF2AFCB-C3BE-4DAC-AD7E-59E6FE1920B1}" dt="2025-06-11T15:30:30.364" v="2" actId="47"/>
        <pc:sldMkLst>
          <pc:docMk/>
          <pc:sldMk cId="2039209496" sldId="584"/>
        </pc:sldMkLst>
      </pc:sldChg>
      <pc:sldChg chg="del">
        <pc:chgData name="CHANEY Damien" userId="40ca76e2-3dc1-426f-9037-c2eff4784f3c" providerId="ADAL" clId="{2DF2AFCB-C3BE-4DAC-AD7E-59E6FE1920B1}" dt="2025-06-11T15:30:24.473" v="0" actId="47"/>
        <pc:sldMkLst>
          <pc:docMk/>
          <pc:sldMk cId="1999414327" sldId="585"/>
        </pc:sldMkLst>
      </pc:sldChg>
      <pc:sldMasterChg chg="delSldLayout">
        <pc:chgData name="CHANEY Damien" userId="40ca76e2-3dc1-426f-9037-c2eff4784f3c" providerId="ADAL" clId="{2DF2AFCB-C3BE-4DAC-AD7E-59E6FE1920B1}" dt="2025-06-11T15:30:30.364" v="2" actId="47"/>
        <pc:sldMasterMkLst>
          <pc:docMk/>
          <pc:sldMasterMk cId="2246886374" sldId="2147483672"/>
        </pc:sldMasterMkLst>
        <pc:sldLayoutChg chg="del">
          <pc:chgData name="CHANEY Damien" userId="40ca76e2-3dc1-426f-9037-c2eff4784f3c" providerId="ADAL" clId="{2DF2AFCB-C3BE-4DAC-AD7E-59E6FE1920B1}" dt="2025-06-11T15:30:30.364" v="2" actId="47"/>
          <pc:sldLayoutMkLst>
            <pc:docMk/>
            <pc:sldMasterMk cId="2246886374" sldId="2147483672"/>
            <pc:sldLayoutMk cId="401217592" sldId="2147483683"/>
          </pc:sldLayoutMkLst>
        </pc:sldLayoutChg>
      </pc:sldMasterChg>
    </pc:docChg>
  </pc:docChgLst>
  <pc:docChgLst>
    <pc:chgData name="CHANEY Damien" userId="40ca76e2-3dc1-426f-9037-c2eff4784f3c" providerId="ADAL" clId="{4423724C-1C64-495A-87B3-91BE2B8F7C15}"/>
    <pc:docChg chg="undo custSel modSld sldOrd">
      <pc:chgData name="CHANEY Damien" userId="40ca76e2-3dc1-426f-9037-c2eff4784f3c" providerId="ADAL" clId="{4423724C-1C64-495A-87B3-91BE2B8F7C15}" dt="2022-07-06T12:48:04.189" v="257" actId="478"/>
      <pc:docMkLst>
        <pc:docMk/>
      </pc:docMkLst>
      <pc:sldChg chg="modSp">
        <pc:chgData name="CHANEY Damien" userId="40ca76e2-3dc1-426f-9037-c2eff4784f3c" providerId="ADAL" clId="{4423724C-1C64-495A-87B3-91BE2B8F7C15}" dt="2022-07-06T12:47:30.179" v="248"/>
        <pc:sldMkLst>
          <pc:docMk/>
          <pc:sldMk cId="947024534" sldId="262"/>
        </pc:sldMkLst>
      </pc:sldChg>
      <pc:sldChg chg="modSp mod">
        <pc:chgData name="CHANEY Damien" userId="40ca76e2-3dc1-426f-9037-c2eff4784f3c" providerId="ADAL" clId="{4423724C-1C64-495A-87B3-91BE2B8F7C15}" dt="2022-07-06T12:47:30.179" v="248"/>
        <pc:sldMkLst>
          <pc:docMk/>
          <pc:sldMk cId="2534959597" sldId="263"/>
        </pc:sldMkLst>
      </pc:sldChg>
      <pc:sldChg chg="modSp">
        <pc:chgData name="CHANEY Damien" userId="40ca76e2-3dc1-426f-9037-c2eff4784f3c" providerId="ADAL" clId="{4423724C-1C64-495A-87B3-91BE2B8F7C15}" dt="2022-07-06T12:47:30.179" v="248"/>
        <pc:sldMkLst>
          <pc:docMk/>
          <pc:sldMk cId="2422280544" sldId="264"/>
        </pc:sldMkLst>
      </pc:sldChg>
      <pc:sldChg chg="delSp modSp mod">
        <pc:chgData name="CHANEY Damien" userId="40ca76e2-3dc1-426f-9037-c2eff4784f3c" providerId="ADAL" clId="{4423724C-1C64-495A-87B3-91BE2B8F7C15}" dt="2022-07-06T12:48:04.189" v="257" actId="478"/>
        <pc:sldMkLst>
          <pc:docMk/>
          <pc:sldMk cId="1385129114" sldId="265"/>
        </pc:sldMkLst>
      </pc:sldChg>
      <pc:sldChg chg="modSp">
        <pc:chgData name="CHANEY Damien" userId="40ca76e2-3dc1-426f-9037-c2eff4784f3c" providerId="ADAL" clId="{4423724C-1C64-495A-87B3-91BE2B8F7C15}" dt="2022-07-06T12:47:30.179" v="248"/>
        <pc:sldMkLst>
          <pc:docMk/>
          <pc:sldMk cId="2155083721" sldId="286"/>
        </pc:sldMkLst>
      </pc:sldChg>
      <pc:sldChg chg="modSp mod">
        <pc:chgData name="CHANEY Damien" userId="40ca76e2-3dc1-426f-9037-c2eff4784f3c" providerId="ADAL" clId="{4423724C-1C64-495A-87B3-91BE2B8F7C15}" dt="2022-07-06T12:47:30.390" v="251" actId="27636"/>
        <pc:sldMkLst>
          <pc:docMk/>
          <pc:sldMk cId="1589784426" sldId="342"/>
        </pc:sldMkLst>
      </pc:sldChg>
      <pc:sldChg chg="modSp mod">
        <pc:chgData name="CHANEY Damien" userId="40ca76e2-3dc1-426f-9037-c2eff4784f3c" providerId="ADAL" clId="{4423724C-1C64-495A-87B3-91BE2B8F7C15}" dt="2022-07-06T12:47:30.426" v="252" actId="27636"/>
        <pc:sldMkLst>
          <pc:docMk/>
          <pc:sldMk cId="3612528196" sldId="343"/>
        </pc:sldMkLst>
      </pc:sldChg>
      <pc:sldChg chg="modSp mod">
        <pc:chgData name="CHANEY Damien" userId="40ca76e2-3dc1-426f-9037-c2eff4784f3c" providerId="ADAL" clId="{4423724C-1C64-495A-87B3-91BE2B8F7C15}" dt="2022-07-06T12:47:30.344" v="249" actId="27636"/>
        <pc:sldMkLst>
          <pc:docMk/>
          <pc:sldMk cId="2494098467" sldId="552"/>
        </pc:sldMkLst>
      </pc:sldChg>
      <pc:sldChg chg="modSp mod">
        <pc:chgData name="CHANEY Damien" userId="40ca76e2-3dc1-426f-9037-c2eff4784f3c" providerId="ADAL" clId="{4423724C-1C64-495A-87B3-91BE2B8F7C15}" dt="2022-07-06T12:47:30.365" v="250" actId="27636"/>
        <pc:sldMkLst>
          <pc:docMk/>
          <pc:sldMk cId="1707062844" sldId="553"/>
        </pc:sldMkLst>
      </pc:sldChg>
      <pc:sldChg chg="modSp">
        <pc:chgData name="CHANEY Damien" userId="40ca76e2-3dc1-426f-9037-c2eff4784f3c" providerId="ADAL" clId="{4423724C-1C64-495A-87B3-91BE2B8F7C15}" dt="2022-07-06T12:47:30.179" v="248"/>
        <pc:sldMkLst>
          <pc:docMk/>
          <pc:sldMk cId="2271789435" sldId="554"/>
        </pc:sldMkLst>
      </pc:sldChg>
      <pc:sldChg chg="modSp">
        <pc:chgData name="CHANEY Damien" userId="40ca76e2-3dc1-426f-9037-c2eff4784f3c" providerId="ADAL" clId="{4423724C-1C64-495A-87B3-91BE2B8F7C15}" dt="2022-07-06T12:47:30.179" v="248"/>
        <pc:sldMkLst>
          <pc:docMk/>
          <pc:sldMk cId="2747115706" sldId="555"/>
        </pc:sldMkLst>
      </pc:sldChg>
      <pc:sldChg chg="modSp">
        <pc:chgData name="CHANEY Damien" userId="40ca76e2-3dc1-426f-9037-c2eff4784f3c" providerId="ADAL" clId="{4423724C-1C64-495A-87B3-91BE2B8F7C15}" dt="2022-07-06T12:47:30.179" v="248"/>
        <pc:sldMkLst>
          <pc:docMk/>
          <pc:sldMk cId="150378275" sldId="556"/>
        </pc:sldMkLst>
      </pc:sldChg>
      <pc:sldChg chg="modSp">
        <pc:chgData name="CHANEY Damien" userId="40ca76e2-3dc1-426f-9037-c2eff4784f3c" providerId="ADAL" clId="{4423724C-1C64-495A-87B3-91BE2B8F7C15}" dt="2022-07-06T12:47:30.179" v="248"/>
        <pc:sldMkLst>
          <pc:docMk/>
          <pc:sldMk cId="1182309676" sldId="557"/>
        </pc:sldMkLst>
      </pc:sldChg>
      <pc:sldChg chg="modSp">
        <pc:chgData name="CHANEY Damien" userId="40ca76e2-3dc1-426f-9037-c2eff4784f3c" providerId="ADAL" clId="{4423724C-1C64-495A-87B3-91BE2B8F7C15}" dt="2022-07-06T12:47:30.179" v="248"/>
        <pc:sldMkLst>
          <pc:docMk/>
          <pc:sldMk cId="579398729" sldId="558"/>
        </pc:sldMkLst>
      </pc:sldChg>
      <pc:sldChg chg="modSp">
        <pc:chgData name="CHANEY Damien" userId="40ca76e2-3dc1-426f-9037-c2eff4784f3c" providerId="ADAL" clId="{4423724C-1C64-495A-87B3-91BE2B8F7C15}" dt="2022-07-06T12:47:30.179" v="248"/>
        <pc:sldMkLst>
          <pc:docMk/>
          <pc:sldMk cId="1546312125" sldId="559"/>
        </pc:sldMkLst>
      </pc:sldChg>
      <pc:sldChg chg="modSp">
        <pc:chgData name="CHANEY Damien" userId="40ca76e2-3dc1-426f-9037-c2eff4784f3c" providerId="ADAL" clId="{4423724C-1C64-495A-87B3-91BE2B8F7C15}" dt="2022-07-06T12:47:30.179" v="248"/>
        <pc:sldMkLst>
          <pc:docMk/>
          <pc:sldMk cId="1635265627" sldId="560"/>
        </pc:sldMkLst>
      </pc:sldChg>
      <pc:sldChg chg="modSp">
        <pc:chgData name="CHANEY Damien" userId="40ca76e2-3dc1-426f-9037-c2eff4784f3c" providerId="ADAL" clId="{4423724C-1C64-495A-87B3-91BE2B8F7C15}" dt="2022-07-06T12:47:30.179" v="248"/>
        <pc:sldMkLst>
          <pc:docMk/>
          <pc:sldMk cId="2862754567" sldId="561"/>
        </pc:sldMkLst>
      </pc:sldChg>
      <pc:sldChg chg="modSp">
        <pc:chgData name="CHANEY Damien" userId="40ca76e2-3dc1-426f-9037-c2eff4784f3c" providerId="ADAL" clId="{4423724C-1C64-495A-87B3-91BE2B8F7C15}" dt="2022-07-06T12:47:30.179" v="248"/>
        <pc:sldMkLst>
          <pc:docMk/>
          <pc:sldMk cId="3068924160" sldId="563"/>
        </pc:sldMkLst>
      </pc:sldChg>
      <pc:sldChg chg="modSp">
        <pc:chgData name="CHANEY Damien" userId="40ca76e2-3dc1-426f-9037-c2eff4784f3c" providerId="ADAL" clId="{4423724C-1C64-495A-87B3-91BE2B8F7C15}" dt="2022-07-06T12:47:30.179" v="248"/>
        <pc:sldMkLst>
          <pc:docMk/>
          <pc:sldMk cId="4133777586" sldId="564"/>
        </pc:sldMkLst>
      </pc:sldChg>
      <pc:sldChg chg="modSp">
        <pc:chgData name="CHANEY Damien" userId="40ca76e2-3dc1-426f-9037-c2eff4784f3c" providerId="ADAL" clId="{4423724C-1C64-495A-87B3-91BE2B8F7C15}" dt="2022-07-06T12:47:30.179" v="248"/>
        <pc:sldMkLst>
          <pc:docMk/>
          <pc:sldMk cId="2693028563" sldId="567"/>
        </pc:sldMkLst>
      </pc:sldChg>
      <pc:sldChg chg="modSp">
        <pc:chgData name="CHANEY Damien" userId="40ca76e2-3dc1-426f-9037-c2eff4784f3c" providerId="ADAL" clId="{4423724C-1C64-495A-87B3-91BE2B8F7C15}" dt="2022-07-06T12:47:30.179" v="248"/>
        <pc:sldMkLst>
          <pc:docMk/>
          <pc:sldMk cId="4219048549" sldId="568"/>
        </pc:sldMkLst>
      </pc:sldChg>
      <pc:sldChg chg="modSp mod ord">
        <pc:chgData name="CHANEY Damien" userId="40ca76e2-3dc1-426f-9037-c2eff4784f3c" providerId="ADAL" clId="{4423724C-1C64-495A-87B3-91BE2B8F7C15}" dt="2022-07-06T12:47:30.179" v="248"/>
        <pc:sldMkLst>
          <pc:docMk/>
          <pc:sldMk cId="671207608" sldId="569"/>
        </pc:sldMkLst>
      </pc:sldChg>
      <pc:sldChg chg="modSp">
        <pc:chgData name="CHANEY Damien" userId="40ca76e2-3dc1-426f-9037-c2eff4784f3c" providerId="ADAL" clId="{4423724C-1C64-495A-87B3-91BE2B8F7C15}" dt="2022-07-06T12:47:30.179" v="248"/>
        <pc:sldMkLst>
          <pc:docMk/>
          <pc:sldMk cId="2390127228" sldId="570"/>
        </pc:sldMkLst>
      </pc:sldChg>
      <pc:sldChg chg="modSp">
        <pc:chgData name="CHANEY Damien" userId="40ca76e2-3dc1-426f-9037-c2eff4784f3c" providerId="ADAL" clId="{4423724C-1C64-495A-87B3-91BE2B8F7C15}" dt="2022-07-06T12:47:30.179" v="248"/>
        <pc:sldMkLst>
          <pc:docMk/>
          <pc:sldMk cId="3817869370" sldId="571"/>
        </pc:sldMkLst>
      </pc:sldChg>
      <pc:sldChg chg="modSp">
        <pc:chgData name="CHANEY Damien" userId="40ca76e2-3dc1-426f-9037-c2eff4784f3c" providerId="ADAL" clId="{4423724C-1C64-495A-87B3-91BE2B8F7C15}" dt="2022-07-06T12:47:30.179" v="248"/>
        <pc:sldMkLst>
          <pc:docMk/>
          <pc:sldMk cId="1545715273" sldId="573"/>
        </pc:sldMkLst>
      </pc:sldChg>
      <pc:sldChg chg="modSp">
        <pc:chgData name="CHANEY Damien" userId="40ca76e2-3dc1-426f-9037-c2eff4784f3c" providerId="ADAL" clId="{4423724C-1C64-495A-87B3-91BE2B8F7C15}" dt="2022-07-06T12:47:30.179" v="248"/>
        <pc:sldMkLst>
          <pc:docMk/>
          <pc:sldMk cId="2326026321" sldId="574"/>
        </pc:sldMkLst>
      </pc:sldChg>
      <pc:sldChg chg="modSp">
        <pc:chgData name="CHANEY Damien" userId="40ca76e2-3dc1-426f-9037-c2eff4784f3c" providerId="ADAL" clId="{4423724C-1C64-495A-87B3-91BE2B8F7C15}" dt="2022-07-06T12:47:30.179" v="248"/>
        <pc:sldMkLst>
          <pc:docMk/>
          <pc:sldMk cId="4098677451" sldId="578"/>
        </pc:sldMkLst>
      </pc:sldChg>
      <pc:sldChg chg="addSp delSp modSp mod modAnim">
        <pc:chgData name="CHANEY Damien" userId="40ca76e2-3dc1-426f-9037-c2eff4784f3c" providerId="ADAL" clId="{4423724C-1C64-495A-87B3-91BE2B8F7C15}" dt="2022-07-06T12:47:30.179" v="248"/>
        <pc:sldMkLst>
          <pc:docMk/>
          <pc:sldMk cId="761494118" sldId="579"/>
        </pc:sldMkLst>
      </pc:sldChg>
      <pc:sldChg chg="modSp">
        <pc:chgData name="CHANEY Damien" userId="40ca76e2-3dc1-426f-9037-c2eff4784f3c" providerId="ADAL" clId="{4423724C-1C64-495A-87B3-91BE2B8F7C15}" dt="2022-07-06T12:47:30.179" v="248"/>
        <pc:sldMkLst>
          <pc:docMk/>
          <pc:sldMk cId="3057243228" sldId="580"/>
        </pc:sldMkLst>
      </pc:sldChg>
      <pc:sldChg chg="modSp">
        <pc:chgData name="CHANEY Damien" userId="40ca76e2-3dc1-426f-9037-c2eff4784f3c" providerId="ADAL" clId="{4423724C-1C64-495A-87B3-91BE2B8F7C15}" dt="2022-07-06T12:47:30.179" v="248"/>
        <pc:sldMkLst>
          <pc:docMk/>
          <pc:sldMk cId="545974364" sldId="581"/>
        </pc:sldMkLst>
      </pc:sldChg>
      <pc:sldChg chg="modSp">
        <pc:chgData name="CHANEY Damien" userId="40ca76e2-3dc1-426f-9037-c2eff4784f3c" providerId="ADAL" clId="{4423724C-1C64-495A-87B3-91BE2B8F7C15}" dt="2022-07-06T12:47:30.179" v="248"/>
        <pc:sldMkLst>
          <pc:docMk/>
          <pc:sldMk cId="3236534127" sldId="582"/>
        </pc:sldMkLst>
      </pc:sldChg>
      <pc:sldChg chg="modSp mod">
        <pc:chgData name="CHANEY Damien" userId="40ca76e2-3dc1-426f-9037-c2eff4784f3c" providerId="ADAL" clId="{4423724C-1C64-495A-87B3-91BE2B8F7C15}" dt="2022-07-06T12:47:30.439" v="253" actId="27636"/>
        <pc:sldMkLst>
          <pc:docMk/>
          <pc:sldMk cId="2623148350" sldId="583"/>
        </pc:sldMkLst>
      </pc:sldChg>
    </pc:docChg>
  </pc:docChgLst>
  <pc:docChgLst>
    <pc:chgData name="TRELOHAN Magali" userId="bc589f69-1c0f-4e08-bf8c-59e9cb5363eb" providerId="ADAL" clId="{895916C6-DBAC-43FC-A06F-AABE52544270}"/>
    <pc:docChg chg="modSld">
      <pc:chgData name="TRELOHAN Magali" userId="bc589f69-1c0f-4e08-bf8c-59e9cb5363eb" providerId="ADAL" clId="{895916C6-DBAC-43FC-A06F-AABE52544270}" dt="2025-06-13T08:27:58.585" v="0"/>
      <pc:docMkLst>
        <pc:docMk/>
      </pc:docMkLst>
      <pc:sldChg chg="addSp modSp">
        <pc:chgData name="TRELOHAN Magali" userId="bc589f69-1c0f-4e08-bf8c-59e9cb5363eb" providerId="ADAL" clId="{895916C6-DBAC-43FC-A06F-AABE52544270}" dt="2025-06-13T08:27:58.585" v="0"/>
        <pc:sldMkLst>
          <pc:docMk/>
          <pc:sldMk cId="1385129114" sldId="265"/>
        </pc:sldMkLst>
        <pc:spChg chg="add mod">
          <ac:chgData name="TRELOHAN Magali" userId="bc589f69-1c0f-4e08-bf8c-59e9cb5363eb" providerId="ADAL" clId="{895916C6-DBAC-43FC-A06F-AABE52544270}" dt="2025-06-13T08:27:58.585" v="0"/>
          <ac:spMkLst>
            <pc:docMk/>
            <pc:sldMk cId="1385129114" sldId="265"/>
            <ac:spMk id="4" creationId="{2E8D382A-8630-B89F-B8F1-68E5815EF7D3}"/>
          </ac:spMkLst>
        </pc:spChg>
      </pc:sldChg>
    </pc:docChg>
  </pc:docChgLst>
  <pc:docChgLst>
    <pc:chgData name="CHANEY Damien" userId="40ca76e2-3dc1-426f-9037-c2eff4784f3c" providerId="ADAL" clId="{B68EFDBC-5355-4D79-9A86-8FF9AFB742E7}"/>
    <pc:docChg chg="delSld">
      <pc:chgData name="CHANEY Damien" userId="40ca76e2-3dc1-426f-9037-c2eff4784f3c" providerId="ADAL" clId="{B68EFDBC-5355-4D79-9A86-8FF9AFB742E7}" dt="2024-07-12T14:20:03.996" v="0" actId="47"/>
      <pc:docMkLst>
        <pc:docMk/>
      </pc:docMkLst>
      <pc:sldChg chg="del">
        <pc:chgData name="CHANEY Damien" userId="40ca76e2-3dc1-426f-9037-c2eff4784f3c" providerId="ADAL" clId="{B68EFDBC-5355-4D79-9A86-8FF9AFB742E7}" dt="2024-07-12T14:20:03.996" v="0" actId="47"/>
        <pc:sldMkLst>
          <pc:docMk/>
          <pc:sldMk cId="4098677451" sldId="578"/>
        </pc:sldMkLst>
      </pc:sldChg>
    </pc:docChg>
  </pc:docChgLst>
  <pc:docChgLst>
    <pc:chgData name="CHANEY Damien" userId="40ca76e2-3dc1-426f-9037-c2eff4784f3c" providerId="ADAL" clId="{F2638D28-8B32-45B7-89BB-5CC19A8025B2}"/>
    <pc:docChg chg="custSel addSld modSld">
      <pc:chgData name="CHANEY Damien" userId="40ca76e2-3dc1-426f-9037-c2eff4784f3c" providerId="ADAL" clId="{F2638D28-8B32-45B7-89BB-5CC19A8025B2}" dt="2024-09-06T11:32:34.144" v="138" actId="20577"/>
      <pc:docMkLst>
        <pc:docMk/>
      </pc:docMkLst>
      <pc:sldChg chg="modSp mod">
        <pc:chgData name="CHANEY Damien" userId="40ca76e2-3dc1-426f-9037-c2eff4784f3c" providerId="ADAL" clId="{F2638D28-8B32-45B7-89BB-5CC19A8025B2}" dt="2024-09-06T11:32:34.144" v="138" actId="20577"/>
        <pc:sldMkLst>
          <pc:docMk/>
          <pc:sldMk cId="1385129114" sldId="265"/>
        </pc:sldMkLst>
      </pc:sldChg>
      <pc:sldChg chg="modSp mod">
        <pc:chgData name="CHANEY Damien" userId="40ca76e2-3dc1-426f-9037-c2eff4784f3c" providerId="ADAL" clId="{F2638D28-8B32-45B7-89BB-5CC19A8025B2}" dt="2024-08-28T10:18:08.206" v="42" actId="20577"/>
        <pc:sldMkLst>
          <pc:docMk/>
          <pc:sldMk cId="1589784426" sldId="342"/>
        </pc:sldMkLst>
      </pc:sldChg>
      <pc:sldChg chg="modSp mod">
        <pc:chgData name="CHANEY Damien" userId="40ca76e2-3dc1-426f-9037-c2eff4784f3c" providerId="ADAL" clId="{F2638D28-8B32-45B7-89BB-5CC19A8025B2}" dt="2024-09-01T14:54:33.331" v="65" actId="27636"/>
        <pc:sldMkLst>
          <pc:docMk/>
          <pc:sldMk cId="3612528196" sldId="343"/>
        </pc:sldMkLst>
      </pc:sldChg>
      <pc:sldChg chg="modSp mod">
        <pc:chgData name="CHANEY Damien" userId="40ca76e2-3dc1-426f-9037-c2eff4784f3c" providerId="ADAL" clId="{F2638D28-8B32-45B7-89BB-5CC19A8025B2}" dt="2024-09-01T14:53:11.832" v="63" actId="20577"/>
        <pc:sldMkLst>
          <pc:docMk/>
          <pc:sldMk cId="1707062844" sldId="553"/>
        </pc:sldMkLst>
      </pc:sldChg>
      <pc:sldChg chg="modSp modAnim">
        <pc:chgData name="CHANEY Damien" userId="40ca76e2-3dc1-426f-9037-c2eff4784f3c" providerId="ADAL" clId="{F2638D28-8B32-45B7-89BB-5CC19A8025B2}" dt="2024-09-02T07:56:14.952" v="134" actId="20577"/>
        <pc:sldMkLst>
          <pc:docMk/>
          <pc:sldMk cId="1545715273" sldId="573"/>
        </pc:sldMkLst>
      </pc:sldChg>
      <pc:sldChg chg="modSp add mod modAnim">
        <pc:chgData name="CHANEY Damien" userId="40ca76e2-3dc1-426f-9037-c2eff4784f3c" providerId="ADAL" clId="{F2638D28-8B32-45B7-89BB-5CC19A8025B2}" dt="2024-09-02T07:52:58.743" v="123"/>
        <pc:sldMkLst>
          <pc:docMk/>
          <pc:sldMk cId="2039209496" sldId="5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FF43B-F0E9-493F-8E4E-B012ADBC04A5}" type="datetimeFigureOut">
              <a:rPr lang="fr-FR" smtClean="0"/>
              <a:t>13/06/2025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A55FA8-E464-4414-8BD6-8A616EA45295}" type="slidenum">
              <a:rPr lang="fr-FR" smtClean="0"/>
              <a:t>‹N°›</a:t>
            </a:fld>
            <a:endParaRPr lang="fr-FR"/>
          </a:p>
        </p:txBody>
      </p:sp>
    </p:spTree>
    <p:extLst>
      <p:ext uri="{BB962C8B-B14F-4D97-AF65-F5344CB8AC3E}">
        <p14:creationId xmlns:p14="http://schemas.microsoft.com/office/powerpoint/2010/main" val="3302178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a:t>
            </a:fld>
            <a:endParaRPr lang="fr-FR"/>
          </a:p>
        </p:txBody>
      </p:sp>
    </p:spTree>
    <p:extLst>
      <p:ext uri="{BB962C8B-B14F-4D97-AF65-F5344CB8AC3E}">
        <p14:creationId xmlns:p14="http://schemas.microsoft.com/office/powerpoint/2010/main" val="1903133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Le </a:t>
            </a:r>
            <a:r>
              <a:rPr lang="fr-FR" sz="1200" b="1" i="0" kern="1200" dirty="0">
                <a:solidFill>
                  <a:schemeClr val="tx1"/>
                </a:solidFill>
                <a:effectLst/>
                <a:latin typeface="+mn-lt"/>
                <a:ea typeface="+mn-ea"/>
                <a:cs typeface="+mn-cs"/>
              </a:rPr>
              <a:t>nombre</a:t>
            </a:r>
            <a:r>
              <a:rPr lang="fr-FR" sz="1200" b="0" i="0" kern="1200" dirty="0">
                <a:solidFill>
                  <a:schemeClr val="tx1"/>
                </a:solidFill>
                <a:effectLst/>
                <a:latin typeface="+mn-lt"/>
                <a:ea typeface="+mn-ea"/>
                <a:cs typeface="+mn-cs"/>
              </a:rPr>
              <a:t> de smartphones ne cesse d'augmenter dans le </a:t>
            </a:r>
            <a:r>
              <a:rPr lang="fr-FR" sz="1200" b="1" i="0" kern="1200" dirty="0">
                <a:solidFill>
                  <a:schemeClr val="tx1"/>
                </a:solidFill>
                <a:effectLst/>
                <a:latin typeface="+mn-lt"/>
                <a:ea typeface="+mn-ea"/>
                <a:cs typeface="+mn-cs"/>
              </a:rPr>
              <a:t>monde</a:t>
            </a:r>
            <a:r>
              <a:rPr lang="fr-FR" sz="1200" b="0" i="0" kern="1200" dirty="0">
                <a:solidFill>
                  <a:schemeClr val="tx1"/>
                </a:solidFill>
                <a:effectLst/>
                <a:latin typeface="+mn-lt"/>
                <a:ea typeface="+mn-ea"/>
                <a:cs typeface="+mn-cs"/>
              </a:rPr>
              <a:t> au fil des années. Et le rapport publié en 2018 par GSMA Intelligence ne dira pas le contraire : plus de 5 milliards de personnes possédaient un téléphone en 2017, dont 3,3 milliards un smartphone.</a:t>
            </a:r>
          </a:p>
          <a:p>
            <a:r>
              <a:rPr lang="fr-FR" sz="1200" b="0" i="0" kern="1200" dirty="0">
                <a:solidFill>
                  <a:schemeClr val="tx1"/>
                </a:solidFill>
                <a:effectLst/>
                <a:latin typeface="+mn-lt"/>
                <a:ea typeface="+mn-ea"/>
                <a:cs typeface="+mn-cs"/>
              </a:rPr>
              <a:t>Au deuxième trimestre 2020, </a:t>
            </a:r>
            <a:r>
              <a:rPr lang="fr-FR" sz="1200" b="1" i="0" kern="1200" dirty="0">
                <a:solidFill>
                  <a:schemeClr val="tx1"/>
                </a:solidFill>
                <a:effectLst/>
                <a:latin typeface="+mn-lt"/>
                <a:ea typeface="+mn-ea"/>
                <a:cs typeface="+mn-cs"/>
              </a:rPr>
              <a:t>Facebook</a:t>
            </a:r>
            <a:r>
              <a:rPr lang="fr-FR" sz="1200" b="0" i="0" kern="1200" dirty="0">
                <a:solidFill>
                  <a:schemeClr val="tx1"/>
                </a:solidFill>
                <a:effectLst/>
                <a:latin typeface="+mn-lt"/>
                <a:ea typeface="+mn-ea"/>
                <a:cs typeface="+mn-cs"/>
              </a:rPr>
              <a:t> comptait 2,7 milliards d'utilisateurs actifs chaque mois et 1,79 milliard d'utilisateurs actifs chaque jour dans le </a:t>
            </a:r>
            <a:r>
              <a:rPr lang="fr-FR" sz="1200" b="1" i="0" kern="1200" dirty="0">
                <a:solidFill>
                  <a:schemeClr val="tx1"/>
                </a:solidFill>
                <a:effectLst/>
                <a:latin typeface="+mn-lt"/>
                <a:ea typeface="+mn-ea"/>
                <a:cs typeface="+mn-cs"/>
              </a:rPr>
              <a:t>monde</a:t>
            </a:r>
            <a:r>
              <a:rPr lang="fr-FR" sz="1200" b="0" i="0" kern="1200" dirty="0">
                <a:solidFill>
                  <a:schemeClr val="tx1"/>
                </a:solidFill>
                <a:effectLst/>
                <a:latin typeface="+mn-lt"/>
                <a:ea typeface="+mn-ea"/>
                <a:cs typeface="+mn-cs"/>
              </a:rPr>
              <a:t>.</a:t>
            </a:r>
          </a:p>
          <a:p>
            <a:r>
              <a:rPr lang="fr-FR" sz="1200" b="0" i="0" kern="1200" dirty="0">
                <a:solidFill>
                  <a:schemeClr val="tx1"/>
                </a:solidFill>
                <a:effectLst/>
                <a:latin typeface="+mn-lt"/>
                <a:ea typeface="+mn-ea"/>
                <a:cs typeface="+mn-cs"/>
              </a:rPr>
              <a:t>Donne lieu à une grande quantité de donnée </a:t>
            </a:r>
          </a:p>
          <a:p>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Faire</a:t>
            </a:r>
            <a:r>
              <a:rPr lang="fr-FR" sz="1200" b="0" i="0" kern="1200" baseline="0" dirty="0">
                <a:solidFill>
                  <a:schemeClr val="tx1"/>
                </a:solidFill>
                <a:effectLst/>
                <a:latin typeface="+mn-lt"/>
                <a:ea typeface="+mn-ea"/>
                <a:cs typeface="+mn-cs"/>
              </a:rPr>
              <a:t> soi même: e commerce (</a:t>
            </a:r>
            <a:r>
              <a:rPr lang="fr-FR" sz="1200" b="0" i="0" kern="1200" baseline="0" dirty="0" err="1">
                <a:solidFill>
                  <a:schemeClr val="tx1"/>
                </a:solidFill>
                <a:effectLst/>
                <a:latin typeface="+mn-lt"/>
                <a:ea typeface="+mn-ea"/>
                <a:cs typeface="+mn-cs"/>
              </a:rPr>
              <a:t>zara</a:t>
            </a:r>
            <a:r>
              <a:rPr lang="fr-FR" sz="1200" b="0" i="0" kern="1200" baseline="0" dirty="0">
                <a:solidFill>
                  <a:schemeClr val="tx1"/>
                </a:solidFill>
                <a:effectLst/>
                <a:latin typeface="+mn-lt"/>
                <a:ea typeface="+mn-ea"/>
                <a:cs typeface="+mn-cs"/>
              </a:rPr>
              <a:t>), self service, </a:t>
            </a:r>
            <a:r>
              <a:rPr lang="fr-FR" sz="1200" b="0" i="0" kern="1200" baseline="0" dirty="0" err="1">
                <a:solidFill>
                  <a:schemeClr val="tx1"/>
                </a:solidFill>
                <a:effectLst/>
                <a:latin typeface="+mn-lt"/>
                <a:ea typeface="+mn-ea"/>
                <a:cs typeface="+mn-cs"/>
              </a:rPr>
              <a:t>bakn</a:t>
            </a:r>
            <a:r>
              <a:rPr lang="fr-FR" sz="1200" b="0" i="0" kern="1200" baseline="0" dirty="0">
                <a:solidFill>
                  <a:schemeClr val="tx1"/>
                </a:solidFill>
                <a:effectLst/>
                <a:latin typeface="+mn-lt"/>
                <a:ea typeface="+mn-ea"/>
                <a:cs typeface="+mn-cs"/>
              </a:rPr>
              <a:t> online… mais service, réponse, </a:t>
            </a:r>
          </a:p>
          <a:p>
            <a:endParaRPr lang="fr-FR" sz="1200" b="0" i="0" kern="1200" dirty="0">
              <a:solidFill>
                <a:schemeClr val="tx1"/>
              </a:solidFill>
              <a:effectLst/>
              <a:latin typeface="+mn-lt"/>
              <a:ea typeface="+mn-ea"/>
              <a:cs typeface="+mn-cs"/>
            </a:endParaRPr>
          </a:p>
          <a:p>
            <a:r>
              <a:rPr lang="fr-FR" sz="1200" b="0" i="0" kern="1200" dirty="0" err="1">
                <a:solidFill>
                  <a:schemeClr val="tx1"/>
                </a:solidFill>
                <a:effectLst/>
                <a:latin typeface="+mn-lt"/>
                <a:ea typeface="+mn-ea"/>
                <a:cs typeface="+mn-cs"/>
              </a:rPr>
              <a:t>Yuka</a:t>
            </a:r>
            <a:r>
              <a:rPr lang="fr-FR" sz="1200" b="0" i="0" kern="1200" dirty="0">
                <a:solidFill>
                  <a:schemeClr val="tx1"/>
                </a:solidFill>
                <a:effectLst/>
                <a:latin typeface="+mn-lt"/>
                <a:ea typeface="+mn-ea"/>
                <a:cs typeface="+mn-cs"/>
              </a:rPr>
              <a:t> </a:t>
            </a:r>
            <a:r>
              <a:rPr lang="fr-FR" sz="1200" b="0" i="0" kern="1200" dirty="0">
                <a:solidFill>
                  <a:schemeClr val="tx1"/>
                </a:solidFill>
                <a:effectLst/>
                <a:latin typeface="+mn-lt"/>
                <a:ea typeface="+mn-ea"/>
                <a:cs typeface="+mn-cs"/>
                <a:sym typeface="Wingdings" panose="05000000000000000000" pitchFamily="2" charset="2"/>
              </a:rPr>
              <a:t> forme de transparence  relation</a:t>
            </a:r>
            <a:r>
              <a:rPr lang="fr-FR" sz="1200" b="0" i="0" kern="1200" baseline="0" dirty="0">
                <a:solidFill>
                  <a:schemeClr val="tx1"/>
                </a:solidFill>
                <a:effectLst/>
                <a:latin typeface="+mn-lt"/>
                <a:ea typeface="+mn-ea"/>
                <a:cs typeface="+mn-cs"/>
                <a:sym typeface="Wingdings" panose="05000000000000000000" pitchFamily="2" charset="2"/>
              </a:rPr>
              <a:t> client</a:t>
            </a:r>
            <a:endParaRPr lang="fr-FR" sz="1200" b="0" i="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8</a:t>
            </a:fld>
            <a:endParaRPr lang="fr-FR"/>
          </a:p>
        </p:txBody>
      </p:sp>
    </p:spTree>
    <p:extLst>
      <p:ext uri="{BB962C8B-B14F-4D97-AF65-F5344CB8AC3E}">
        <p14:creationId xmlns:p14="http://schemas.microsoft.com/office/powerpoint/2010/main" val="718638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baseline="0" dirty="0" err="1">
                <a:solidFill>
                  <a:schemeClr val="tx1"/>
                </a:solidFill>
                <a:latin typeface="+mn-lt"/>
                <a:ea typeface="+mn-ea"/>
                <a:cs typeface="+mn-cs"/>
              </a:rPr>
              <a:t>Mondalisation</a:t>
            </a:r>
            <a:r>
              <a:rPr lang="fr-FR" sz="1200" b="0" i="0" u="none" strike="noStrike" kern="1200" baseline="0" dirty="0">
                <a:solidFill>
                  <a:schemeClr val="tx1"/>
                </a:solidFill>
                <a:latin typeface="+mn-lt"/>
                <a:ea typeface="+mn-ea"/>
                <a:cs typeface="+mn-cs"/>
              </a:rPr>
              <a:t>, </a:t>
            </a:r>
            <a:r>
              <a:rPr lang="fr-FR" sz="1200" b="0" i="0" u="none" strike="noStrike" kern="1200" baseline="0" dirty="0" err="1">
                <a:solidFill>
                  <a:schemeClr val="tx1"/>
                </a:solidFill>
                <a:latin typeface="+mn-lt"/>
                <a:ea typeface="+mn-ea"/>
                <a:cs typeface="+mn-cs"/>
              </a:rPr>
              <a:t>globalisation,etc</a:t>
            </a:r>
            <a:r>
              <a:rPr lang="fr-FR" sz="1200" b="0" i="0" u="none" strike="noStrike" kern="1200" baseline="0" dirty="0">
                <a:solidFill>
                  <a:schemeClr val="tx1"/>
                </a:solidFill>
                <a:latin typeface="+mn-lt"/>
                <a:ea typeface="+mn-ea"/>
                <a:cs typeface="+mn-cs"/>
              </a:rPr>
              <a:t>.</a:t>
            </a:r>
          </a:p>
          <a:p>
            <a:endParaRPr lang="fr-FR" sz="1200" b="0" i="0" u="none" strike="noStrike" kern="1200" baseline="0" dirty="0">
              <a:solidFill>
                <a:schemeClr val="tx1"/>
              </a:solidFill>
              <a:latin typeface="+mn-lt"/>
              <a:ea typeface="+mn-ea"/>
              <a:cs typeface="+mn-cs"/>
            </a:endParaRPr>
          </a:p>
          <a:p>
            <a:r>
              <a:rPr lang="fr-FR" sz="1200" b="0" i="0" u="none" strike="noStrike" kern="1200" baseline="0" dirty="0">
                <a:solidFill>
                  <a:schemeClr val="tx1"/>
                </a:solidFill>
                <a:effectLst/>
                <a:latin typeface="+mn-lt"/>
                <a:ea typeface="+mn-ea"/>
                <a:cs typeface="+mn-cs"/>
              </a:rPr>
              <a:t>Difficile de se différencier par le produit (copie), donc d’autres sources -&gt; relation</a:t>
            </a:r>
            <a:endParaRPr lang="fr-FR" sz="1200" b="0" i="0" kern="1200" dirty="0">
              <a:solidFill>
                <a:schemeClr val="tx1"/>
              </a:solidFill>
              <a:effectLst/>
              <a:latin typeface="+mn-lt"/>
              <a:ea typeface="+mn-ea"/>
              <a:cs typeface="+mn-cs"/>
            </a:endParaRPr>
          </a:p>
          <a:p>
            <a:endParaRPr lang="fr-FR" sz="1200" b="0" i="0" kern="1200" dirty="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9</a:t>
            </a:fld>
            <a:endParaRPr lang="fr-FR"/>
          </a:p>
        </p:txBody>
      </p:sp>
    </p:spTree>
    <p:extLst>
      <p:ext uri="{BB962C8B-B14F-4D97-AF65-F5344CB8AC3E}">
        <p14:creationId xmlns:p14="http://schemas.microsoft.com/office/powerpoint/2010/main" val="995263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10</a:t>
            </a:fld>
            <a:endParaRPr lang="fr-FR"/>
          </a:p>
        </p:txBody>
      </p:sp>
    </p:spTree>
    <p:extLst>
      <p:ext uri="{BB962C8B-B14F-4D97-AF65-F5344CB8AC3E}">
        <p14:creationId xmlns:p14="http://schemas.microsoft.com/office/powerpoint/2010/main" val="3807645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11</a:t>
            </a:fld>
            <a:endParaRPr lang="fr-FR"/>
          </a:p>
        </p:txBody>
      </p:sp>
    </p:spTree>
    <p:extLst>
      <p:ext uri="{BB962C8B-B14F-4D97-AF65-F5344CB8AC3E}">
        <p14:creationId xmlns:p14="http://schemas.microsoft.com/office/powerpoint/2010/main" val="2986129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12</a:t>
            </a:fld>
            <a:endParaRPr lang="fr-FR"/>
          </a:p>
        </p:txBody>
      </p:sp>
    </p:spTree>
    <p:extLst>
      <p:ext uri="{BB962C8B-B14F-4D97-AF65-F5344CB8AC3E}">
        <p14:creationId xmlns:p14="http://schemas.microsoft.com/office/powerpoint/2010/main" val="3723775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15</a:t>
            </a:fld>
            <a:endParaRPr lang="fr-FR"/>
          </a:p>
        </p:txBody>
      </p:sp>
    </p:spTree>
    <p:extLst>
      <p:ext uri="{BB962C8B-B14F-4D97-AF65-F5344CB8AC3E}">
        <p14:creationId xmlns:p14="http://schemas.microsoft.com/office/powerpoint/2010/main" val="3286587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16</a:t>
            </a:fld>
            <a:endParaRPr lang="fr-FR"/>
          </a:p>
        </p:txBody>
      </p:sp>
    </p:spTree>
    <p:extLst>
      <p:ext uri="{BB962C8B-B14F-4D97-AF65-F5344CB8AC3E}">
        <p14:creationId xmlns:p14="http://schemas.microsoft.com/office/powerpoint/2010/main" val="1336235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Push marketing: 50 et 60</a:t>
            </a:r>
          </a:p>
          <a:p>
            <a:r>
              <a:rPr lang="fr-FR" dirty="0"/>
              <a:t>Mass </a:t>
            </a:r>
            <a:r>
              <a:rPr lang="fr-FR" dirty="0" err="1"/>
              <a:t>markets</a:t>
            </a:r>
            <a:r>
              <a:rPr lang="fr-FR" dirty="0"/>
              <a:t> : 70</a:t>
            </a:r>
          </a:p>
          <a:p>
            <a:r>
              <a:rPr lang="fr-FR" dirty="0"/>
              <a:t>One to </a:t>
            </a:r>
            <a:r>
              <a:rPr lang="fr-FR" dirty="0" err="1"/>
              <a:t>many</a:t>
            </a:r>
            <a:r>
              <a:rPr lang="fr-FR" dirty="0"/>
              <a:t>: 80</a:t>
            </a:r>
          </a:p>
          <a:p>
            <a:r>
              <a:rPr lang="fr-FR" dirty="0"/>
              <a:t>One</a:t>
            </a:r>
            <a:r>
              <a:rPr lang="fr-FR" baseline="0" dirty="0"/>
              <a:t> to </a:t>
            </a:r>
            <a:r>
              <a:rPr lang="fr-FR" baseline="0" dirty="0" err="1"/>
              <a:t>some</a:t>
            </a:r>
            <a:r>
              <a:rPr lang="fr-FR" baseline="0" dirty="0"/>
              <a:t>: 90 </a:t>
            </a:r>
          </a:p>
          <a:p>
            <a:r>
              <a:rPr lang="fr-FR" baseline="0" dirty="0"/>
              <a:t>One to one : 2000</a:t>
            </a:r>
          </a:p>
          <a:p>
            <a:r>
              <a:rPr lang="fr-FR" baseline="0" dirty="0"/>
              <a:t>Interactif : après 2000</a:t>
            </a:r>
            <a:endParaRPr lang="fr-FR" dirty="0"/>
          </a:p>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17</a:t>
            </a:fld>
            <a:endParaRPr lang="fr-FR"/>
          </a:p>
        </p:txBody>
      </p:sp>
    </p:spTree>
    <p:extLst>
      <p:ext uri="{BB962C8B-B14F-4D97-AF65-F5344CB8AC3E}">
        <p14:creationId xmlns:p14="http://schemas.microsoft.com/office/powerpoint/2010/main" val="1873099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18</a:t>
            </a:fld>
            <a:endParaRPr lang="fr-FR"/>
          </a:p>
        </p:txBody>
      </p:sp>
    </p:spTree>
    <p:extLst>
      <p:ext uri="{BB962C8B-B14F-4D97-AF65-F5344CB8AC3E}">
        <p14:creationId xmlns:p14="http://schemas.microsoft.com/office/powerpoint/2010/main" val="3764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bon prospect: mettre en balance le</a:t>
            </a:r>
            <a:r>
              <a:rPr lang="fr-FR" baseline="0" dirty="0"/>
              <a:t> cout d’attirer un bon prospect avec la rentabilité</a:t>
            </a:r>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19</a:t>
            </a:fld>
            <a:endParaRPr lang="fr-FR"/>
          </a:p>
        </p:txBody>
      </p:sp>
    </p:spTree>
    <p:extLst>
      <p:ext uri="{BB962C8B-B14F-4D97-AF65-F5344CB8AC3E}">
        <p14:creationId xmlns:p14="http://schemas.microsoft.com/office/powerpoint/2010/main" val="473448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CRM : projet</a:t>
            </a:r>
            <a:r>
              <a:rPr lang="fr-FR" baseline="0" dirty="0"/>
              <a:t> organisationnel, pas juste </a:t>
            </a:r>
            <a:r>
              <a:rPr lang="fr-FR" baseline="0" dirty="0" err="1"/>
              <a:t>markeitng</a:t>
            </a:r>
            <a:r>
              <a:rPr lang="fr-FR" baseline="0" dirty="0"/>
              <a:t> qui consiste à collecter toutes le données possible sur le client</a:t>
            </a:r>
          </a:p>
          <a:p>
            <a:endParaRPr lang="fr-FR" dirty="0"/>
          </a:p>
          <a:p>
            <a:r>
              <a:rPr lang="fr-FR" dirty="0"/>
              <a:t>BDD:</a:t>
            </a:r>
            <a:r>
              <a:rPr lang="fr-FR" baseline="0" dirty="0"/>
              <a:t> </a:t>
            </a:r>
            <a:r>
              <a:rPr lang="fr-FR" baseline="0" dirty="0" err="1"/>
              <a:t>inforamtions</a:t>
            </a:r>
            <a:r>
              <a:rPr lang="fr-FR" baseline="0" dirty="0"/>
              <a:t> sur les achats, profil socio démo, profil </a:t>
            </a:r>
            <a:r>
              <a:rPr lang="fr-FR" baseline="0" dirty="0" err="1"/>
              <a:t>psychographique</a:t>
            </a:r>
            <a:r>
              <a:rPr lang="fr-FR" baseline="0" dirty="0"/>
              <a:t>, préférence en termes de médias</a:t>
            </a:r>
          </a:p>
          <a:p>
            <a:endParaRPr lang="fr-FR" baseline="0" dirty="0"/>
          </a:p>
          <a:p>
            <a:pPr marL="0" marR="0" lvl="1" indent="0" algn="l" defTabSz="914400" rtl="0" eaLnBrk="1" fontAlgn="auto" latinLnBrk="0" hangingPunct="1">
              <a:lnSpc>
                <a:spcPct val="100000"/>
              </a:lnSpc>
              <a:spcBef>
                <a:spcPts val="0"/>
              </a:spcBef>
              <a:spcAft>
                <a:spcPts val="0"/>
              </a:spcAft>
              <a:buClrTx/>
              <a:buSzTx/>
              <a:buFontTx/>
              <a:buNone/>
              <a:tabLst/>
              <a:defRPr/>
            </a:pPr>
            <a:r>
              <a:rPr lang="fr-FR" dirty="0">
                <a:latin typeface="AvenirNext LT Pro Medium" panose="020B0604020202020204" pitchFamily="34" charset="0"/>
              </a:rPr>
              <a:t>Marketing automation = </a:t>
            </a:r>
            <a:r>
              <a:rPr lang="fr-FR" sz="1200" b="0" i="1" kern="1200" dirty="0">
                <a:solidFill>
                  <a:schemeClr val="tx1"/>
                </a:solidFill>
                <a:effectLst/>
                <a:latin typeface="+mn-lt"/>
                <a:ea typeface="+mn-ea"/>
                <a:cs typeface="+mn-cs"/>
              </a:rPr>
              <a:t>automatisation de campagnes marketing déclenchées par un ensemble de conditions prédéfinies et en fonction du comportement de l’utilisateur. Il est possible d’automatiser l’envoi d’emails, de sms, la segmentation de contact, le lead </a:t>
            </a:r>
            <a:r>
              <a:rPr lang="fr-FR" sz="1200" b="0" i="1" kern="1200" dirty="0" err="1">
                <a:solidFill>
                  <a:schemeClr val="tx1"/>
                </a:solidFill>
                <a:effectLst/>
                <a:latin typeface="+mn-lt"/>
                <a:ea typeface="+mn-ea"/>
                <a:cs typeface="+mn-cs"/>
              </a:rPr>
              <a:t>scoring</a:t>
            </a:r>
            <a:r>
              <a:rPr lang="fr-FR" sz="1200" b="0" i="1" kern="1200" dirty="0">
                <a:solidFill>
                  <a:schemeClr val="tx1"/>
                </a:solidFill>
                <a:effectLst/>
                <a:latin typeface="+mn-lt"/>
                <a:ea typeface="+mn-ea"/>
                <a:cs typeface="+mn-cs"/>
              </a:rPr>
              <a:t> ou encore le lead </a:t>
            </a:r>
            <a:r>
              <a:rPr lang="fr-FR" sz="1200" b="0" i="1" kern="1200" dirty="0" err="1">
                <a:solidFill>
                  <a:schemeClr val="tx1"/>
                </a:solidFill>
                <a:effectLst/>
                <a:latin typeface="+mn-lt"/>
                <a:ea typeface="+mn-ea"/>
                <a:cs typeface="+mn-cs"/>
              </a:rPr>
              <a:t>nurturing</a:t>
            </a:r>
            <a:r>
              <a:rPr lang="fr-FR" sz="1200" b="0" i="1" kern="1200" dirty="0">
                <a:solidFill>
                  <a:schemeClr val="tx1"/>
                </a:solidFill>
                <a:effectLst/>
                <a:latin typeface="+mn-lt"/>
                <a:ea typeface="+mn-ea"/>
                <a:cs typeface="+mn-cs"/>
              </a:rPr>
              <a:t>.</a:t>
            </a:r>
            <a:endParaRPr lang="fr-FR" baseline="0" dirty="0"/>
          </a:p>
          <a:p>
            <a:endParaRPr lang="fr-FR" dirty="0"/>
          </a:p>
        </p:txBody>
      </p:sp>
      <p:sp>
        <p:nvSpPr>
          <p:cNvPr id="4" name="Espace réservé du numéro de diapositive 3"/>
          <p:cNvSpPr>
            <a:spLocks noGrp="1"/>
          </p:cNvSpPr>
          <p:nvPr>
            <p:ph type="sldNum" sz="quarter" idx="10"/>
          </p:nvPr>
        </p:nvSpPr>
        <p:spPr/>
        <p:txBody>
          <a:bodyPr/>
          <a:lstStyle/>
          <a:p>
            <a:fld id="{B4A55FA8-E464-4414-8BD6-8A616EA45295}" type="slidenum">
              <a:rPr lang="fr-FR" smtClean="0"/>
              <a:t>20</a:t>
            </a:fld>
            <a:endParaRPr lang="fr-FR"/>
          </a:p>
        </p:txBody>
      </p:sp>
    </p:spTree>
    <p:extLst>
      <p:ext uri="{BB962C8B-B14F-4D97-AF65-F5344CB8AC3E}">
        <p14:creationId xmlns:p14="http://schemas.microsoft.com/office/powerpoint/2010/main" val="21988959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Ref idx="1001">
        <a:schemeClr val="bg1"/>
      </p:bgRef>
    </p:bg>
    <p:spTree>
      <p:nvGrpSpPr>
        <p:cNvPr id="1" name=""/>
        <p:cNvGrpSpPr/>
        <p:nvPr/>
      </p:nvGrpSpPr>
      <p:grpSpPr>
        <a:xfrm>
          <a:off x="0" y="0"/>
          <a:ext cx="0" cy="0"/>
          <a:chOff x="0" y="0"/>
          <a:chExt cx="0" cy="0"/>
        </a:xfrm>
      </p:grpSpPr>
      <p:pic>
        <p:nvPicPr>
          <p:cNvPr id="9" name="Image 8" descr="Une image contenant texte&#10;&#10;Description générée automatiquement">
            <a:extLst>
              <a:ext uri="{FF2B5EF4-FFF2-40B4-BE49-F238E27FC236}">
                <a16:creationId xmlns:a16="http://schemas.microsoft.com/office/drawing/2014/main" id="{966860AA-A521-4502-A997-D90F29D70560}"/>
              </a:ext>
            </a:extLst>
          </p:cNvPr>
          <p:cNvPicPr>
            <a:picLocks noChangeAspect="1"/>
          </p:cNvPicPr>
          <p:nvPr/>
        </p:nvPicPr>
        <p:blipFill>
          <a:blip r:embed="rId3"/>
          <a:stretch>
            <a:fillRect/>
          </a:stretch>
        </p:blipFill>
        <p:spPr>
          <a:xfrm>
            <a:off x="0" y="0"/>
            <a:ext cx="12192000" cy="6858000"/>
          </a:xfrm>
          <a:prstGeom prst="rect">
            <a:avLst/>
          </a:prstGeom>
        </p:spPr>
      </p:pic>
      <p:pic>
        <p:nvPicPr>
          <p:cNvPr id="4" name="Image 3">
            <a:extLst>
              <a:ext uri="{FF2B5EF4-FFF2-40B4-BE49-F238E27FC236}">
                <a16:creationId xmlns:a16="http://schemas.microsoft.com/office/drawing/2014/main" id="{2783CCF4-4E38-4186-8379-F80BEA450D29}"/>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0802552" y="5468579"/>
            <a:ext cx="1087396" cy="1087394"/>
          </a:xfrm>
          <a:prstGeom prst="rect">
            <a:avLst/>
          </a:prstGeom>
        </p:spPr>
      </p:pic>
      <p:sp>
        <p:nvSpPr>
          <p:cNvPr id="2" name="ZoneTexte 1">
            <a:extLst>
              <a:ext uri="{FF2B5EF4-FFF2-40B4-BE49-F238E27FC236}">
                <a16:creationId xmlns:a16="http://schemas.microsoft.com/office/drawing/2014/main" id="{C61D7481-0A36-45D6-B339-81FEAC96F013}"/>
              </a:ext>
            </a:extLst>
          </p:cNvPr>
          <p:cNvSpPr txBox="1"/>
          <p:nvPr/>
        </p:nvSpPr>
        <p:spPr>
          <a:xfrm>
            <a:off x="6427264" y="5994281"/>
            <a:ext cx="4073236" cy="561692"/>
          </a:xfrm>
          <a:prstGeom prst="rect">
            <a:avLst/>
          </a:prstGeom>
          <a:noFill/>
        </p:spPr>
        <p:txBody>
          <a:bodyPr wrap="square" rtlCol="0">
            <a:spAutoFit/>
          </a:bodyPr>
          <a:lstStyle/>
          <a:p>
            <a:r>
              <a:rPr lang="fr-FR" sz="1000" dirty="0">
                <a:solidFill>
                  <a:schemeClr val="bg1"/>
                </a:solidFill>
              </a:rPr>
              <a:t>« Toute représentation ou reproduction intégrale, ou partielle, faite sans le consentement de l’auteur (…) est illicite »  (</a:t>
            </a:r>
            <a:r>
              <a:rPr lang="fr-FR" sz="900" dirty="0">
                <a:solidFill>
                  <a:schemeClr val="bg1"/>
                </a:solidFill>
              </a:rPr>
              <a:t>alinéa 1</a:t>
            </a:r>
            <a:r>
              <a:rPr lang="fr-FR" sz="900" baseline="30000" dirty="0">
                <a:solidFill>
                  <a:schemeClr val="bg1"/>
                </a:solidFill>
              </a:rPr>
              <a:t>er</a:t>
            </a:r>
            <a:r>
              <a:rPr lang="fr-FR" sz="900" dirty="0">
                <a:solidFill>
                  <a:schemeClr val="bg1"/>
                </a:solidFill>
              </a:rPr>
              <a:t> de l’article 40 de la loi du 11 mars 1957</a:t>
            </a:r>
            <a:r>
              <a:rPr lang="fr-FR" sz="1000" dirty="0">
                <a:solidFill>
                  <a:schemeClr val="bg1"/>
                </a:solidFill>
              </a:rPr>
              <a:t> )</a:t>
            </a:r>
          </a:p>
        </p:txBody>
      </p:sp>
      <p:sp>
        <p:nvSpPr>
          <p:cNvPr id="5" name="ZoneTexte 4">
            <a:extLst>
              <a:ext uri="{FF2B5EF4-FFF2-40B4-BE49-F238E27FC236}">
                <a16:creationId xmlns:a16="http://schemas.microsoft.com/office/drawing/2014/main" id="{BCDA826A-9FF7-4C9B-87B8-A27DF8C5F5B0}"/>
              </a:ext>
            </a:extLst>
          </p:cNvPr>
          <p:cNvSpPr txBox="1"/>
          <p:nvPr/>
        </p:nvSpPr>
        <p:spPr>
          <a:xfrm>
            <a:off x="6605750" y="6387894"/>
            <a:ext cx="4073236" cy="246221"/>
          </a:xfrm>
          <a:prstGeom prst="rect">
            <a:avLst/>
          </a:prstGeom>
          <a:noFill/>
        </p:spPr>
        <p:txBody>
          <a:bodyPr wrap="square" rtlCol="0">
            <a:spAutoFit/>
          </a:bodyPr>
          <a:lstStyle/>
          <a:p>
            <a:pPr algn="r"/>
            <a:r>
              <a:rPr lang="fr-FR" sz="1000" dirty="0">
                <a:solidFill>
                  <a:schemeClr val="tx1"/>
                </a:solidFill>
              </a:rPr>
              <a:t> © Tous droits réservés - All rights reserved - 2022</a:t>
            </a:r>
          </a:p>
        </p:txBody>
      </p:sp>
      <p:sp>
        <p:nvSpPr>
          <p:cNvPr id="7" name="Titre 1">
            <a:extLst>
              <a:ext uri="{FF2B5EF4-FFF2-40B4-BE49-F238E27FC236}">
                <a16:creationId xmlns:a16="http://schemas.microsoft.com/office/drawing/2014/main" id="{E2418860-7C3F-0CF6-7A7F-FE0782070747}"/>
              </a:ext>
            </a:extLst>
          </p:cNvPr>
          <p:cNvSpPr>
            <a:spLocks noGrp="1"/>
          </p:cNvSpPr>
          <p:nvPr>
            <p:ph type="ctrTitle" hasCustomPrompt="1"/>
          </p:nvPr>
        </p:nvSpPr>
        <p:spPr>
          <a:xfrm>
            <a:off x="6427263" y="2466108"/>
            <a:ext cx="5462685" cy="1699491"/>
          </a:xfrm>
        </p:spPr>
        <p:txBody>
          <a:bodyPr>
            <a:noAutofit/>
          </a:bodyPr>
          <a:lstStyle>
            <a:lvl1pPr>
              <a:defRPr sz="4800">
                <a:latin typeface="MADE Outer Sans" panose="02000505000000020004" pitchFamily="50" charset="0"/>
              </a:defRPr>
            </a:lvl1pPr>
          </a:lstStyle>
          <a:p>
            <a:pPr>
              <a:lnSpc>
                <a:spcPts val="4800"/>
              </a:lnSpc>
            </a:pPr>
            <a:r>
              <a:rPr lang="fr-FR" sz="4800" b="1" dirty="0">
                <a:latin typeface="MADE Outer Sans" panose="02000505000000020004" pitchFamily="2" charset="77"/>
              </a:rPr>
              <a:t>NOM DU PROGRAMME</a:t>
            </a:r>
          </a:p>
        </p:txBody>
      </p:sp>
    </p:spTree>
    <p:extLst>
      <p:ext uri="{BB962C8B-B14F-4D97-AF65-F5344CB8AC3E}">
        <p14:creationId xmlns:p14="http://schemas.microsoft.com/office/powerpoint/2010/main" val="21110347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6148C26D-0C88-48CB-A3DE-12E20FA00239}"/>
              </a:ext>
            </a:extLst>
          </p:cNvPr>
          <p:cNvPicPr>
            <a:picLocks noChangeAspect="1"/>
          </p:cNvPicPr>
          <p:nvPr/>
        </p:nvPicPr>
        <p:blipFill>
          <a:blip r:embed="rId3"/>
          <a:srcRect/>
          <a:stretch/>
        </p:blipFill>
        <p:spPr>
          <a:xfrm>
            <a:off x="0" y="0"/>
            <a:ext cx="12192000" cy="6858000"/>
          </a:xfrm>
          <a:prstGeom prst="rect">
            <a:avLst/>
          </a:prstGeom>
        </p:spPr>
      </p:pic>
      <p:sp>
        <p:nvSpPr>
          <p:cNvPr id="2" name="Titre 1">
            <a:extLst>
              <a:ext uri="{FF2B5EF4-FFF2-40B4-BE49-F238E27FC236}">
                <a16:creationId xmlns:a16="http://schemas.microsoft.com/office/drawing/2014/main" id="{D1D13727-5D29-40AF-BC40-E5633A8C67D7}"/>
              </a:ext>
            </a:extLst>
          </p:cNvPr>
          <p:cNvSpPr>
            <a:spLocks noGrp="1"/>
          </p:cNvSpPr>
          <p:nvPr>
            <p:ph type="ctrTitle" hasCustomPrompt="1"/>
          </p:nvPr>
        </p:nvSpPr>
        <p:spPr>
          <a:xfrm>
            <a:off x="1438275" y="2466109"/>
            <a:ext cx="9315450" cy="1182256"/>
          </a:xfrm>
        </p:spPr>
        <p:txBody>
          <a:bodyPr anchor="t">
            <a:noAutofit/>
          </a:bodyPr>
          <a:lstStyle>
            <a:lvl1pPr algn="ctr">
              <a:defRPr sz="6000">
                <a:solidFill>
                  <a:schemeClr val="bg1"/>
                </a:solidFill>
                <a:latin typeface="MADE Outer Sans" panose="02000505000000020004" pitchFamily="50" charset="0"/>
              </a:defRPr>
            </a:lvl1pPr>
          </a:lstStyle>
          <a:p>
            <a:r>
              <a:rPr lang="fr-FR" dirty="0"/>
              <a:t>MODIFIEZ LE STYLE DU TITRE</a:t>
            </a:r>
          </a:p>
        </p:txBody>
      </p:sp>
      <p:sp>
        <p:nvSpPr>
          <p:cNvPr id="3" name="Sous-titre 2">
            <a:extLst>
              <a:ext uri="{FF2B5EF4-FFF2-40B4-BE49-F238E27FC236}">
                <a16:creationId xmlns:a16="http://schemas.microsoft.com/office/drawing/2014/main" id="{D952D2B2-9742-4412-A04B-76AD5508C52F}"/>
              </a:ext>
            </a:extLst>
          </p:cNvPr>
          <p:cNvSpPr>
            <a:spLocks noGrp="1"/>
          </p:cNvSpPr>
          <p:nvPr>
            <p:ph type="subTitle" idx="1"/>
          </p:nvPr>
        </p:nvSpPr>
        <p:spPr>
          <a:xfrm>
            <a:off x="1685925" y="3980827"/>
            <a:ext cx="8820150" cy="867398"/>
          </a:xfrm>
        </p:spPr>
        <p:txBody>
          <a:bodyPr>
            <a:normAutofit/>
          </a:bodyPr>
          <a:lstStyle>
            <a:lvl1pPr marL="0" indent="0" algn="ctr">
              <a:buNone/>
              <a:defRPr sz="2400">
                <a:solidFill>
                  <a:schemeClr val="bg1"/>
                </a:solidFill>
                <a:latin typeface="MADE Outer Sans" panose="02000505000000020004"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cxnSp>
        <p:nvCxnSpPr>
          <p:cNvPr id="15" name="Connecteur droit 14">
            <a:extLst>
              <a:ext uri="{FF2B5EF4-FFF2-40B4-BE49-F238E27FC236}">
                <a16:creationId xmlns:a16="http://schemas.microsoft.com/office/drawing/2014/main" id="{A7CB479D-8161-48A6-B90D-3FAD794DB5B4}"/>
              </a:ext>
            </a:extLst>
          </p:cNvPr>
          <p:cNvCxnSpPr>
            <a:cxnSpLocks/>
          </p:cNvCxnSpPr>
          <p:nvPr>
            <p:custDataLst>
              <p:tags r:id="rId1"/>
            </p:custDataLst>
          </p:nvPr>
        </p:nvCxnSpPr>
        <p:spPr>
          <a:xfrm flipH="1">
            <a:off x="5303854" y="2057402"/>
            <a:ext cx="158429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5">
            <a:extLst>
              <a:ext uri="{FF2B5EF4-FFF2-40B4-BE49-F238E27FC236}">
                <a16:creationId xmlns:a16="http://schemas.microsoft.com/office/drawing/2014/main" id="{50C88B69-F0F6-4EBC-954A-A80048EACF42}"/>
              </a:ext>
            </a:extLst>
          </p:cNvPr>
          <p:cNvSpPr>
            <a:spLocks noGrp="1"/>
          </p:cNvSpPr>
          <p:nvPr>
            <p:ph type="ftr" sz="quarter" idx="10"/>
          </p:nvPr>
        </p:nvSpPr>
        <p:spPr>
          <a:xfrm>
            <a:off x="11934892" y="445147"/>
            <a:ext cx="216877" cy="5943583"/>
          </a:xfrm>
        </p:spPr>
        <p:txBody>
          <a:bodyPr/>
          <a:lstStyle>
            <a:lvl1pPr>
              <a:defRPr sz="900">
                <a:solidFill>
                  <a:schemeClr val="bg1"/>
                </a:solidFill>
              </a:defRPr>
            </a:lvl1pPr>
          </a:lstStyle>
          <a:p>
            <a:r>
              <a:rPr lang="fr-FR"/>
              <a:t>Damien Chaney</a:t>
            </a:r>
          </a:p>
        </p:txBody>
      </p:sp>
      <p:sp>
        <p:nvSpPr>
          <p:cNvPr id="4" name="ZoneTexte 3">
            <a:extLst>
              <a:ext uri="{FF2B5EF4-FFF2-40B4-BE49-F238E27FC236}">
                <a16:creationId xmlns:a16="http://schemas.microsoft.com/office/drawing/2014/main" id="{A8508DC9-AF2F-47DA-9B08-5390BB3C7A44}"/>
              </a:ext>
            </a:extLst>
          </p:cNvPr>
          <p:cNvSpPr txBox="1"/>
          <p:nvPr/>
        </p:nvSpPr>
        <p:spPr>
          <a:xfrm>
            <a:off x="9803423" y="6527170"/>
            <a:ext cx="2239908" cy="261610"/>
          </a:xfrm>
          <a:prstGeom prst="rect">
            <a:avLst/>
          </a:prstGeom>
          <a:noFill/>
        </p:spPr>
        <p:txBody>
          <a:bodyPr wrap="square" rtlCol="0">
            <a:spAutoFit/>
          </a:bodyPr>
          <a:lstStyle/>
          <a:p>
            <a:r>
              <a:rPr lang="fr-FR" sz="1100" dirty="0">
                <a:solidFill>
                  <a:schemeClr val="bg1"/>
                </a:solidFill>
              </a:rPr>
              <a:t>EM Normandie Business School</a:t>
            </a:r>
          </a:p>
        </p:txBody>
      </p:sp>
      <p:sp>
        <p:nvSpPr>
          <p:cNvPr id="8" name="ZoneTexte 7">
            <a:extLst>
              <a:ext uri="{FF2B5EF4-FFF2-40B4-BE49-F238E27FC236}">
                <a16:creationId xmlns:a16="http://schemas.microsoft.com/office/drawing/2014/main" id="{8A1872C0-24BF-420C-90F4-933BFEF34F0D}"/>
              </a:ext>
            </a:extLst>
          </p:cNvPr>
          <p:cNvSpPr txBox="1"/>
          <p:nvPr/>
        </p:nvSpPr>
        <p:spPr>
          <a:xfrm>
            <a:off x="87490" y="6538111"/>
            <a:ext cx="4073236" cy="246221"/>
          </a:xfrm>
          <a:prstGeom prst="rect">
            <a:avLst/>
          </a:prstGeom>
          <a:noFill/>
        </p:spPr>
        <p:txBody>
          <a:bodyPr wrap="square" rtlCol="0">
            <a:spAutoFit/>
          </a:bodyPr>
          <a:lstStyle/>
          <a:p>
            <a:pPr algn="l"/>
            <a:r>
              <a:rPr lang="fr-FR" sz="1000" dirty="0">
                <a:solidFill>
                  <a:schemeClr val="bg1"/>
                </a:solidFill>
              </a:rPr>
              <a:t> © Tous droits réservés - All rights reserved - 2022</a:t>
            </a:r>
          </a:p>
        </p:txBody>
      </p:sp>
    </p:spTree>
    <p:extLst>
      <p:ext uri="{BB962C8B-B14F-4D97-AF65-F5344CB8AC3E}">
        <p14:creationId xmlns:p14="http://schemas.microsoft.com/office/powerpoint/2010/main" val="1785149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F03445-94E0-43C9-9789-AB5EE7E90C41}"/>
              </a:ext>
            </a:extLst>
          </p:cNvPr>
          <p:cNvSpPr/>
          <p:nvPr/>
        </p:nvSpPr>
        <p:spPr>
          <a:xfrm>
            <a:off x="0" y="0"/>
            <a:ext cx="12192000" cy="6858000"/>
          </a:xfrm>
          <a:prstGeom prst="rect">
            <a:avLst/>
          </a:prstGeom>
          <a:solidFill>
            <a:srgbClr val="1A2B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EE4F7B39-CE83-4EA7-9549-3DF027A724F7}"/>
              </a:ext>
            </a:extLst>
          </p:cNvPr>
          <p:cNvSpPr>
            <a:spLocks noGrp="1"/>
          </p:cNvSpPr>
          <p:nvPr>
            <p:ph type="title" hasCustomPrompt="1"/>
          </p:nvPr>
        </p:nvSpPr>
        <p:spPr>
          <a:xfrm>
            <a:off x="2130425" y="2496632"/>
            <a:ext cx="7918450" cy="1864735"/>
          </a:xfrm>
        </p:spPr>
        <p:txBody>
          <a:bodyPr anchor="ctr">
            <a:normAutofit/>
          </a:bodyPr>
          <a:lstStyle>
            <a:lvl1pPr algn="ctr">
              <a:defRPr sz="4000">
                <a:solidFill>
                  <a:schemeClr val="bg1"/>
                </a:solidFill>
                <a:latin typeface="MADE Outer Sans" panose="02000505000000020004" pitchFamily="50" charset="0"/>
              </a:defRPr>
            </a:lvl1pPr>
          </a:lstStyle>
          <a:p>
            <a:r>
              <a:rPr lang="fr-FR" dirty="0"/>
              <a:t>MODIFIEZ LE STYLE DU TITRE</a:t>
            </a:r>
          </a:p>
        </p:txBody>
      </p:sp>
      <p:sp>
        <p:nvSpPr>
          <p:cNvPr id="6" name="ZoneTexte 5">
            <a:extLst>
              <a:ext uri="{FF2B5EF4-FFF2-40B4-BE49-F238E27FC236}">
                <a16:creationId xmlns:a16="http://schemas.microsoft.com/office/drawing/2014/main" id="{CF1681A1-B054-4BA2-B383-BF56CA45E3E0}"/>
              </a:ext>
            </a:extLst>
          </p:cNvPr>
          <p:cNvSpPr txBox="1"/>
          <p:nvPr/>
        </p:nvSpPr>
        <p:spPr>
          <a:xfrm>
            <a:off x="9803423" y="6527170"/>
            <a:ext cx="2239908" cy="261610"/>
          </a:xfrm>
          <a:prstGeom prst="rect">
            <a:avLst/>
          </a:prstGeom>
          <a:noFill/>
        </p:spPr>
        <p:txBody>
          <a:bodyPr wrap="square" rtlCol="0">
            <a:spAutoFit/>
          </a:bodyPr>
          <a:lstStyle/>
          <a:p>
            <a:r>
              <a:rPr lang="fr-FR" sz="1100" dirty="0">
                <a:solidFill>
                  <a:schemeClr val="bg1"/>
                </a:solidFill>
              </a:rPr>
              <a:t>EM Normandie Business School</a:t>
            </a:r>
          </a:p>
        </p:txBody>
      </p:sp>
      <p:sp>
        <p:nvSpPr>
          <p:cNvPr id="9" name="Espace réservé du pied de page 5">
            <a:extLst>
              <a:ext uri="{FF2B5EF4-FFF2-40B4-BE49-F238E27FC236}">
                <a16:creationId xmlns:a16="http://schemas.microsoft.com/office/drawing/2014/main" id="{3DFFA513-C53F-4B11-AF38-CB03B7FA72D3}"/>
              </a:ext>
            </a:extLst>
          </p:cNvPr>
          <p:cNvSpPr>
            <a:spLocks noGrp="1"/>
          </p:cNvSpPr>
          <p:nvPr>
            <p:ph type="ftr" sz="quarter" idx="10"/>
          </p:nvPr>
        </p:nvSpPr>
        <p:spPr>
          <a:xfrm>
            <a:off x="11895992" y="445147"/>
            <a:ext cx="226470" cy="5943583"/>
          </a:xfrm>
        </p:spPr>
        <p:txBody>
          <a:bodyPr/>
          <a:lstStyle>
            <a:lvl1pPr>
              <a:defRPr sz="900">
                <a:solidFill>
                  <a:schemeClr val="bg1"/>
                </a:solidFill>
              </a:defRPr>
            </a:lvl1pPr>
          </a:lstStyle>
          <a:p>
            <a:r>
              <a:rPr lang="fr-FR"/>
              <a:t>Damien Chaney</a:t>
            </a:r>
          </a:p>
        </p:txBody>
      </p:sp>
      <p:sp>
        <p:nvSpPr>
          <p:cNvPr id="13" name="Rectangle 12">
            <a:extLst>
              <a:ext uri="{FF2B5EF4-FFF2-40B4-BE49-F238E27FC236}">
                <a16:creationId xmlns:a16="http://schemas.microsoft.com/office/drawing/2014/main" id="{682B1898-EFC7-4F39-B248-B40F466BC87B}"/>
              </a:ext>
            </a:extLst>
          </p:cNvPr>
          <p:cNvSpPr/>
          <p:nvPr/>
        </p:nvSpPr>
        <p:spPr>
          <a:xfrm rot="5400000" flipH="1">
            <a:off x="8042872" y="806127"/>
            <a:ext cx="185417" cy="6410739"/>
          </a:xfrm>
          <a:prstGeom prst="rect">
            <a:avLst/>
          </a:prstGeom>
          <a:gradFill>
            <a:gsLst>
              <a:gs pos="0">
                <a:srgbClr val="FF000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BB3660D5-F2D7-46CE-AE70-5E48CB20EF10}"/>
              </a:ext>
            </a:extLst>
          </p:cNvPr>
          <p:cNvSpPr txBox="1"/>
          <p:nvPr/>
        </p:nvSpPr>
        <p:spPr>
          <a:xfrm>
            <a:off x="87490" y="6538111"/>
            <a:ext cx="4073236" cy="246221"/>
          </a:xfrm>
          <a:prstGeom prst="rect">
            <a:avLst/>
          </a:prstGeom>
          <a:noFill/>
        </p:spPr>
        <p:txBody>
          <a:bodyPr wrap="square" rtlCol="0">
            <a:spAutoFit/>
          </a:bodyPr>
          <a:lstStyle/>
          <a:p>
            <a:pPr algn="l"/>
            <a:r>
              <a:rPr lang="fr-FR" sz="1000" dirty="0">
                <a:solidFill>
                  <a:schemeClr val="bg1"/>
                </a:solidFill>
              </a:rPr>
              <a:t> © Tous droits réservés - All rights reserved - 2022</a:t>
            </a:r>
          </a:p>
        </p:txBody>
      </p:sp>
    </p:spTree>
    <p:extLst>
      <p:ext uri="{BB962C8B-B14F-4D97-AF65-F5344CB8AC3E}">
        <p14:creationId xmlns:p14="http://schemas.microsoft.com/office/powerpoint/2010/main" val="2109721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ppt_x</p:attrName>
                                        </p:attrNameLst>
                                      </p:cBhvr>
                                      <p:tavLst>
                                        <p:tav tm="0">
                                          <p:val>
                                            <p:strVal val="#ppt_x-#ppt_w*1.125000"/>
                                          </p:val>
                                        </p:tav>
                                        <p:tav tm="100000">
                                          <p:val>
                                            <p:strVal val="#ppt_x"/>
                                          </p:val>
                                        </p:tav>
                                      </p:tavLst>
                                    </p:anim>
                                    <p:animEffect transition="in" filter="wipe(right)">
                                      <p:cBhvr>
                                        <p:cTn id="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E24F83-1CAE-4580-860D-BB7D3ABDDF4C}"/>
              </a:ext>
            </a:extLst>
          </p:cNvPr>
          <p:cNvSpPr>
            <a:spLocks noGrp="1"/>
          </p:cNvSpPr>
          <p:nvPr>
            <p:ph type="title"/>
          </p:nvPr>
        </p:nvSpPr>
        <p:spPr>
          <a:xfrm>
            <a:off x="838200" y="365125"/>
            <a:ext cx="10515600" cy="651825"/>
          </a:xfrm>
        </p:spPr>
        <p:txBody>
          <a:bodyPr>
            <a:normAutofit/>
          </a:bodyPr>
          <a:lstStyle>
            <a:lvl1pPr>
              <a:defRPr sz="3200">
                <a:latin typeface="MADE Outer Sans" panose="02000505000000020004" pitchFamily="50" charset="0"/>
              </a:defRPr>
            </a:lvl1pPr>
          </a:lstStyle>
          <a:p>
            <a:r>
              <a:rPr lang="fr-FR"/>
              <a:t>Modifiez le style du titre</a:t>
            </a:r>
            <a:endParaRPr lang="fr-FR" dirty="0"/>
          </a:p>
        </p:txBody>
      </p:sp>
      <p:sp>
        <p:nvSpPr>
          <p:cNvPr id="3" name="Espace réservé du contenu 2">
            <a:extLst>
              <a:ext uri="{FF2B5EF4-FFF2-40B4-BE49-F238E27FC236}">
                <a16:creationId xmlns:a16="http://schemas.microsoft.com/office/drawing/2014/main" id="{0AF476EF-493F-4EFA-9A56-F0902D6888C1}"/>
              </a:ext>
            </a:extLst>
          </p:cNvPr>
          <p:cNvSpPr>
            <a:spLocks noGrp="1"/>
          </p:cNvSpPr>
          <p:nvPr>
            <p:ph idx="1"/>
          </p:nvPr>
        </p:nvSpPr>
        <p:spPr>
          <a:xfrm>
            <a:off x="838200" y="1223278"/>
            <a:ext cx="10515600" cy="5165452"/>
          </a:xfrm>
        </p:spPr>
        <p:txBody>
          <a:bodyPr lIns="54000"/>
          <a:lstStyle>
            <a:lvl1pPr marL="358775" indent="-250825">
              <a:lnSpc>
                <a:spcPct val="150000"/>
              </a:lnSpc>
              <a:buClr>
                <a:srgbClr val="D31019"/>
              </a:buClr>
              <a:buFont typeface="Wingdings" panose="05000000000000000000" pitchFamily="2" charset="2"/>
              <a:buChar char="§"/>
              <a:defRPr>
                <a:latin typeface="Avenir Next LT Pro" panose="020B0504020202020204" pitchFamily="34" charset="0"/>
              </a:defRPr>
            </a:lvl1pPr>
            <a:lvl2pPr marL="536575" indent="-250825">
              <a:lnSpc>
                <a:spcPct val="150000"/>
              </a:lnSpc>
              <a:buClr>
                <a:srgbClr val="D31019"/>
              </a:buClr>
              <a:buFont typeface="Wingdings" panose="05000000000000000000" pitchFamily="2" charset="2"/>
              <a:buChar char="§"/>
              <a:defRPr>
                <a:latin typeface="Avenir Next LT Pro" panose="020B0504020202020204" pitchFamily="34" charset="0"/>
              </a:defRPr>
            </a:lvl2pPr>
            <a:lvl3pPr marL="715963" indent="-250825">
              <a:lnSpc>
                <a:spcPct val="150000"/>
              </a:lnSpc>
              <a:buClr>
                <a:srgbClr val="D31019"/>
              </a:buClr>
              <a:buFont typeface="Wingdings" panose="05000000000000000000" pitchFamily="2" charset="2"/>
              <a:buChar char="§"/>
              <a:defRPr>
                <a:latin typeface="Avenir Next LT Pro" panose="020B0504020202020204" pitchFamily="34" charset="0"/>
              </a:defRPr>
            </a:lvl3pPr>
            <a:lvl4pPr marL="895350" indent="-250825">
              <a:lnSpc>
                <a:spcPct val="150000"/>
              </a:lnSpc>
              <a:buClr>
                <a:srgbClr val="D31019"/>
              </a:buClr>
              <a:buFont typeface="Wingdings" panose="05000000000000000000" pitchFamily="2" charset="2"/>
              <a:buChar char="§"/>
              <a:defRPr>
                <a:latin typeface="Avenir Next LT Pro" panose="020B0504020202020204" pitchFamily="34" charset="0"/>
              </a:defRPr>
            </a:lvl4pPr>
            <a:lvl5pPr marL="1074738" indent="-250825">
              <a:lnSpc>
                <a:spcPct val="150000"/>
              </a:lnSpc>
              <a:buClr>
                <a:srgbClr val="D31019"/>
              </a:buClr>
              <a:buFont typeface="Wingdings" panose="05000000000000000000" pitchFamily="2" charset="2"/>
              <a:buChar char="§"/>
              <a:defRPr>
                <a:latin typeface="Avenir Next LT Pro" panose="020B050402020202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u pied de page 5">
            <a:extLst>
              <a:ext uri="{FF2B5EF4-FFF2-40B4-BE49-F238E27FC236}">
                <a16:creationId xmlns:a16="http://schemas.microsoft.com/office/drawing/2014/main" id="{39DAABF0-C738-44A2-9C95-B855B578F19F}"/>
              </a:ext>
            </a:extLst>
          </p:cNvPr>
          <p:cNvSpPr>
            <a:spLocks noGrp="1"/>
          </p:cNvSpPr>
          <p:nvPr>
            <p:ph type="ftr" sz="quarter" idx="10"/>
          </p:nvPr>
        </p:nvSpPr>
        <p:spPr>
          <a:xfrm>
            <a:off x="11913577" y="445147"/>
            <a:ext cx="208885" cy="5943583"/>
          </a:xfrm>
        </p:spPr>
        <p:txBody>
          <a:bodyPr/>
          <a:lstStyle>
            <a:lvl1pPr>
              <a:defRPr sz="900"/>
            </a:lvl1pPr>
          </a:lstStyle>
          <a:p>
            <a:r>
              <a:rPr lang="fr-FR"/>
              <a:t>Damien Chaney</a:t>
            </a:r>
          </a:p>
        </p:txBody>
      </p:sp>
      <p:sp>
        <p:nvSpPr>
          <p:cNvPr id="8" name="Rectangle 7">
            <a:extLst>
              <a:ext uri="{FF2B5EF4-FFF2-40B4-BE49-F238E27FC236}">
                <a16:creationId xmlns:a16="http://schemas.microsoft.com/office/drawing/2014/main" id="{6CF62721-922C-480A-8B3C-798F478992BF}"/>
              </a:ext>
            </a:extLst>
          </p:cNvPr>
          <p:cNvSpPr/>
          <p:nvPr/>
        </p:nvSpPr>
        <p:spPr>
          <a:xfrm>
            <a:off x="0" y="6457950"/>
            <a:ext cx="12192000" cy="400050"/>
          </a:xfrm>
          <a:prstGeom prst="rect">
            <a:avLst/>
          </a:prstGeom>
          <a:solidFill>
            <a:srgbClr val="1A2B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C79E0953-1E99-4CC3-AC11-197F979993AF}"/>
              </a:ext>
            </a:extLst>
          </p:cNvPr>
          <p:cNvSpPr txBox="1"/>
          <p:nvPr/>
        </p:nvSpPr>
        <p:spPr>
          <a:xfrm>
            <a:off x="9803423" y="6527170"/>
            <a:ext cx="2239908" cy="261610"/>
          </a:xfrm>
          <a:prstGeom prst="rect">
            <a:avLst/>
          </a:prstGeom>
          <a:noFill/>
        </p:spPr>
        <p:txBody>
          <a:bodyPr wrap="square" rtlCol="0">
            <a:spAutoFit/>
          </a:bodyPr>
          <a:lstStyle/>
          <a:p>
            <a:r>
              <a:rPr lang="fr-FR" sz="1100" dirty="0">
                <a:solidFill>
                  <a:schemeClr val="bg1"/>
                </a:solidFill>
              </a:rPr>
              <a:t>EM Normandie Business School</a:t>
            </a:r>
          </a:p>
        </p:txBody>
      </p:sp>
      <p:sp>
        <p:nvSpPr>
          <p:cNvPr id="9" name="ZoneTexte 8">
            <a:extLst>
              <a:ext uri="{FF2B5EF4-FFF2-40B4-BE49-F238E27FC236}">
                <a16:creationId xmlns:a16="http://schemas.microsoft.com/office/drawing/2014/main" id="{67AEA9FA-2358-4668-9B4E-5513EB0BE54D}"/>
              </a:ext>
            </a:extLst>
          </p:cNvPr>
          <p:cNvSpPr txBox="1"/>
          <p:nvPr/>
        </p:nvSpPr>
        <p:spPr>
          <a:xfrm>
            <a:off x="87490" y="6538111"/>
            <a:ext cx="4073236" cy="246221"/>
          </a:xfrm>
          <a:prstGeom prst="rect">
            <a:avLst/>
          </a:prstGeom>
          <a:noFill/>
        </p:spPr>
        <p:txBody>
          <a:bodyPr wrap="square" rtlCol="0">
            <a:spAutoFit/>
          </a:bodyPr>
          <a:lstStyle/>
          <a:p>
            <a:pPr algn="l"/>
            <a:r>
              <a:rPr lang="fr-FR" sz="1000" dirty="0">
                <a:solidFill>
                  <a:schemeClr val="bg1"/>
                </a:solidFill>
              </a:rPr>
              <a:t> © Tous droits réservés - All rights reserved - 2022</a:t>
            </a:r>
          </a:p>
        </p:txBody>
      </p:sp>
    </p:spTree>
    <p:extLst>
      <p:ext uri="{BB962C8B-B14F-4D97-AF65-F5344CB8AC3E}">
        <p14:creationId xmlns:p14="http://schemas.microsoft.com/office/powerpoint/2010/main" val="27560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A1B87B-7F19-4F5E-80E9-06AEA49DA6AF}"/>
              </a:ext>
            </a:extLst>
          </p:cNvPr>
          <p:cNvSpPr>
            <a:spLocks noGrp="1"/>
          </p:cNvSpPr>
          <p:nvPr>
            <p:ph type="title"/>
          </p:nvPr>
        </p:nvSpPr>
        <p:spPr>
          <a:xfrm>
            <a:off x="838200" y="365126"/>
            <a:ext cx="10515600" cy="637210"/>
          </a:xfrm>
        </p:spPr>
        <p:txBody>
          <a:bodyPr>
            <a:normAutofit/>
          </a:bodyPr>
          <a:lstStyle>
            <a:lvl1pPr algn="l" defTabSz="914400" rtl="0" eaLnBrk="1" latinLnBrk="0" hangingPunct="1">
              <a:lnSpc>
                <a:spcPct val="90000"/>
              </a:lnSpc>
              <a:spcBef>
                <a:spcPct val="0"/>
              </a:spcBef>
              <a:buNone/>
              <a:defRPr lang="fr-FR" sz="3200" kern="1200" dirty="0">
                <a:solidFill>
                  <a:schemeClr val="tx1"/>
                </a:solidFill>
                <a:latin typeface="MADE Outer Sans" panose="02000505000000020004" pitchFamily="50" charset="0"/>
                <a:ea typeface="+mj-ea"/>
                <a:cs typeface="+mj-cs"/>
              </a:defRPr>
            </a:lvl1pPr>
          </a:lstStyle>
          <a:p>
            <a:r>
              <a:rPr lang="fr-FR"/>
              <a:t>Modifiez le style du titre</a:t>
            </a:r>
            <a:endParaRPr lang="fr-FR" dirty="0"/>
          </a:p>
        </p:txBody>
      </p:sp>
      <p:sp>
        <p:nvSpPr>
          <p:cNvPr id="3" name="Espace réservé du contenu 2">
            <a:extLst>
              <a:ext uri="{FF2B5EF4-FFF2-40B4-BE49-F238E27FC236}">
                <a16:creationId xmlns:a16="http://schemas.microsoft.com/office/drawing/2014/main" id="{6630662A-B739-40F8-A97E-571D7C89857E}"/>
              </a:ext>
            </a:extLst>
          </p:cNvPr>
          <p:cNvSpPr>
            <a:spLocks noGrp="1"/>
          </p:cNvSpPr>
          <p:nvPr>
            <p:ph sz="half" idx="1"/>
          </p:nvPr>
        </p:nvSpPr>
        <p:spPr>
          <a:xfrm>
            <a:off x="838200" y="1137272"/>
            <a:ext cx="5181600" cy="5251457"/>
          </a:xfrm>
        </p:spPr>
        <p:txBody>
          <a:bodyPr>
            <a:noAutofit/>
          </a:bodyPr>
          <a:lstStyle>
            <a:lvl1pPr marL="358775" indent="-250825" algn="l" defTabSz="914400" rtl="0" eaLnBrk="1" latinLnBrk="0" hangingPunct="1">
              <a:lnSpc>
                <a:spcPct val="100000"/>
              </a:lnSpc>
              <a:buClr>
                <a:srgbClr val="D31019"/>
              </a:buClr>
              <a:buFont typeface="Wingdings" panose="05000000000000000000" pitchFamily="2" charset="2"/>
              <a:buChar char="§"/>
              <a:defRPr lang="fr-FR" sz="2800" kern="1200" dirty="0">
                <a:solidFill>
                  <a:schemeClr val="tx1"/>
                </a:solidFill>
                <a:latin typeface="Avenir Next LT Pro" panose="020B0504020202020204" pitchFamily="34" charset="0"/>
                <a:ea typeface="+mn-ea"/>
                <a:cs typeface="+mn-cs"/>
              </a:defRPr>
            </a:lvl1pPr>
            <a:lvl2pPr marL="536575" indent="-250825" algn="l" defTabSz="914400" rtl="0" eaLnBrk="1" latinLnBrk="0" hangingPunct="1">
              <a:lnSpc>
                <a:spcPct val="100000"/>
              </a:lnSpc>
              <a:buClr>
                <a:srgbClr val="D31019"/>
              </a:buClr>
              <a:buFont typeface="Wingdings" panose="05000000000000000000" pitchFamily="2" charset="2"/>
              <a:buChar char="§"/>
              <a:defRPr lang="fr-FR" sz="2400" kern="1200" dirty="0">
                <a:solidFill>
                  <a:schemeClr val="tx1"/>
                </a:solidFill>
                <a:latin typeface="Avenir Next LT Pro" panose="020B0504020202020204" pitchFamily="34" charset="0"/>
                <a:ea typeface="+mn-ea"/>
                <a:cs typeface="+mn-cs"/>
              </a:defRPr>
            </a:lvl2pPr>
            <a:lvl3pPr marL="715963" indent="-250825" algn="l" defTabSz="914400" rtl="0" eaLnBrk="1" latinLnBrk="0" hangingPunct="1">
              <a:lnSpc>
                <a:spcPct val="100000"/>
              </a:lnSpc>
              <a:buClr>
                <a:srgbClr val="D31019"/>
              </a:buClr>
              <a:buFont typeface="Wingdings" panose="05000000000000000000" pitchFamily="2" charset="2"/>
              <a:buChar char="§"/>
              <a:defRPr lang="fr-FR" sz="2000" kern="1200" dirty="0">
                <a:solidFill>
                  <a:schemeClr val="tx1"/>
                </a:solidFill>
                <a:latin typeface="Avenir Next LT Pro" panose="020B0504020202020204" pitchFamily="34" charset="0"/>
                <a:ea typeface="+mn-ea"/>
                <a:cs typeface="+mn-cs"/>
              </a:defRPr>
            </a:lvl3pPr>
            <a:lvl4pPr marL="895350" indent="-250825" algn="l" defTabSz="914400" rtl="0" eaLnBrk="1" latinLnBrk="0" hangingPunct="1">
              <a:lnSpc>
                <a:spcPct val="100000"/>
              </a:lnSpc>
              <a:buClr>
                <a:srgbClr val="D31019"/>
              </a:buClr>
              <a:buFont typeface="Wingdings" panose="05000000000000000000" pitchFamily="2" charset="2"/>
              <a:buChar char="§"/>
              <a:defRPr lang="fr-FR" sz="1800" kern="1200" dirty="0">
                <a:solidFill>
                  <a:schemeClr val="tx1"/>
                </a:solidFill>
                <a:latin typeface="Avenir Next LT Pro" panose="020B0504020202020204" pitchFamily="34" charset="0"/>
                <a:ea typeface="+mn-ea"/>
                <a:cs typeface="+mn-cs"/>
              </a:defRPr>
            </a:lvl4pPr>
            <a:lvl5pPr marL="1074738" indent="-250825" algn="l" defTabSz="914400" rtl="0" eaLnBrk="1" latinLnBrk="0" hangingPunct="1">
              <a:lnSpc>
                <a:spcPct val="100000"/>
              </a:lnSpc>
              <a:buClr>
                <a:srgbClr val="D31019"/>
              </a:buClr>
              <a:buFont typeface="Wingdings" panose="05000000000000000000" pitchFamily="2" charset="2"/>
              <a:buChar char="§"/>
              <a:defRPr lang="fr-FR" sz="1600" kern="1200" dirty="0">
                <a:solidFill>
                  <a:schemeClr val="tx1"/>
                </a:solidFill>
                <a:latin typeface="Avenir Next LT Pro" panose="020B0504020202020204" pitchFamily="34"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contenu 3">
            <a:extLst>
              <a:ext uri="{FF2B5EF4-FFF2-40B4-BE49-F238E27FC236}">
                <a16:creationId xmlns:a16="http://schemas.microsoft.com/office/drawing/2014/main" id="{B53D131D-F8B8-4FC4-98CF-8896DC6636D9}"/>
              </a:ext>
            </a:extLst>
          </p:cNvPr>
          <p:cNvSpPr>
            <a:spLocks noGrp="1"/>
          </p:cNvSpPr>
          <p:nvPr>
            <p:ph sz="half" idx="2"/>
          </p:nvPr>
        </p:nvSpPr>
        <p:spPr>
          <a:xfrm>
            <a:off x="6172200" y="1137273"/>
            <a:ext cx="5181600" cy="5251456"/>
          </a:xfrm>
        </p:spPr>
        <p:txBody>
          <a:bodyPr>
            <a:normAutofit/>
          </a:bodyPr>
          <a:lstStyle>
            <a:lvl1pPr marL="358775" indent="-250825" algn="l" defTabSz="914400" rtl="0" eaLnBrk="1" latinLnBrk="0" hangingPunct="1">
              <a:lnSpc>
                <a:spcPct val="100000"/>
              </a:lnSpc>
              <a:buClr>
                <a:srgbClr val="D31019"/>
              </a:buClr>
              <a:buFont typeface="Wingdings" panose="05000000000000000000" pitchFamily="2" charset="2"/>
              <a:buChar char="§"/>
              <a:defRPr lang="fr-FR" sz="2800" kern="1200" dirty="0">
                <a:solidFill>
                  <a:schemeClr val="tx1"/>
                </a:solidFill>
                <a:latin typeface="Avenir Next LT Pro" panose="020B0504020202020204" pitchFamily="34" charset="0"/>
                <a:ea typeface="+mn-ea"/>
                <a:cs typeface="+mn-cs"/>
              </a:defRPr>
            </a:lvl1pPr>
            <a:lvl2pPr marL="536575" indent="-250825" algn="l" defTabSz="914400" rtl="0" eaLnBrk="1" latinLnBrk="0" hangingPunct="1">
              <a:lnSpc>
                <a:spcPct val="100000"/>
              </a:lnSpc>
              <a:buClr>
                <a:srgbClr val="D31019"/>
              </a:buClr>
              <a:buFont typeface="Wingdings" panose="05000000000000000000" pitchFamily="2" charset="2"/>
              <a:buChar char="§"/>
              <a:defRPr lang="fr-FR" sz="2400" kern="1200" dirty="0">
                <a:solidFill>
                  <a:schemeClr val="tx1"/>
                </a:solidFill>
                <a:latin typeface="Avenir Next LT Pro" panose="020B0504020202020204" pitchFamily="34" charset="0"/>
                <a:ea typeface="+mn-ea"/>
                <a:cs typeface="+mn-cs"/>
              </a:defRPr>
            </a:lvl2pPr>
            <a:lvl3pPr marL="715963" indent="-250825" algn="l" defTabSz="914400" rtl="0" eaLnBrk="1" latinLnBrk="0" hangingPunct="1">
              <a:lnSpc>
                <a:spcPct val="100000"/>
              </a:lnSpc>
              <a:buClr>
                <a:srgbClr val="D31019"/>
              </a:buClr>
              <a:buFont typeface="Wingdings" panose="05000000000000000000" pitchFamily="2" charset="2"/>
              <a:buChar char="§"/>
              <a:defRPr lang="fr-FR" sz="2000" kern="1200" dirty="0">
                <a:solidFill>
                  <a:schemeClr val="tx1"/>
                </a:solidFill>
                <a:latin typeface="Avenir Next LT Pro" panose="020B0504020202020204" pitchFamily="34" charset="0"/>
                <a:ea typeface="+mn-ea"/>
                <a:cs typeface="+mn-cs"/>
              </a:defRPr>
            </a:lvl3pPr>
            <a:lvl4pPr marL="895350" indent="-250825" algn="l" defTabSz="914400" rtl="0" eaLnBrk="1" latinLnBrk="0" hangingPunct="1">
              <a:lnSpc>
                <a:spcPct val="100000"/>
              </a:lnSpc>
              <a:buClr>
                <a:srgbClr val="D31019"/>
              </a:buClr>
              <a:buFont typeface="Wingdings" panose="05000000000000000000" pitchFamily="2" charset="2"/>
              <a:buChar char="§"/>
              <a:defRPr lang="fr-FR" sz="1800" kern="1200" dirty="0">
                <a:solidFill>
                  <a:schemeClr val="tx1"/>
                </a:solidFill>
                <a:latin typeface="Avenir Next LT Pro" panose="020B0504020202020204" pitchFamily="34" charset="0"/>
                <a:ea typeface="+mn-ea"/>
                <a:cs typeface="+mn-cs"/>
              </a:defRPr>
            </a:lvl4pPr>
            <a:lvl5pPr marL="1074738" indent="-250825" algn="l" defTabSz="914400" rtl="0" eaLnBrk="1" latinLnBrk="0" hangingPunct="1">
              <a:lnSpc>
                <a:spcPct val="100000"/>
              </a:lnSpc>
              <a:buClr>
                <a:srgbClr val="D31019"/>
              </a:buClr>
              <a:buFont typeface="Wingdings" panose="05000000000000000000" pitchFamily="2" charset="2"/>
              <a:buChar char="§"/>
              <a:defRPr lang="fr-FR" sz="1600" kern="1200" dirty="0">
                <a:solidFill>
                  <a:schemeClr val="tx1"/>
                </a:solidFill>
                <a:latin typeface="Avenir Next LT Pro" panose="020B0504020202020204" pitchFamily="34"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8" name="Espace réservé du pied de page 5">
            <a:extLst>
              <a:ext uri="{FF2B5EF4-FFF2-40B4-BE49-F238E27FC236}">
                <a16:creationId xmlns:a16="http://schemas.microsoft.com/office/drawing/2014/main" id="{927DFDA7-9A2F-440B-9CD3-7537BF3943A4}"/>
              </a:ext>
            </a:extLst>
          </p:cNvPr>
          <p:cNvSpPr>
            <a:spLocks noGrp="1"/>
          </p:cNvSpPr>
          <p:nvPr>
            <p:ph type="ftr" sz="quarter" idx="10"/>
          </p:nvPr>
        </p:nvSpPr>
        <p:spPr>
          <a:xfrm>
            <a:off x="11887200" y="445147"/>
            <a:ext cx="235262" cy="5943583"/>
          </a:xfrm>
        </p:spPr>
        <p:txBody>
          <a:bodyPr/>
          <a:lstStyle>
            <a:lvl1pPr>
              <a:defRPr sz="900"/>
            </a:lvl1pPr>
          </a:lstStyle>
          <a:p>
            <a:r>
              <a:rPr lang="fr-FR"/>
              <a:t>Damien Chaney</a:t>
            </a:r>
          </a:p>
        </p:txBody>
      </p:sp>
      <p:sp>
        <p:nvSpPr>
          <p:cNvPr id="10" name="Rectangle 9">
            <a:extLst>
              <a:ext uri="{FF2B5EF4-FFF2-40B4-BE49-F238E27FC236}">
                <a16:creationId xmlns:a16="http://schemas.microsoft.com/office/drawing/2014/main" id="{BC1FE99F-54DD-457B-9653-6D4D14D88D88}"/>
              </a:ext>
            </a:extLst>
          </p:cNvPr>
          <p:cNvSpPr/>
          <p:nvPr/>
        </p:nvSpPr>
        <p:spPr>
          <a:xfrm>
            <a:off x="0" y="6457950"/>
            <a:ext cx="12192000" cy="400050"/>
          </a:xfrm>
          <a:prstGeom prst="rect">
            <a:avLst/>
          </a:prstGeom>
          <a:solidFill>
            <a:srgbClr val="1A2B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DD2BEF23-2A5B-4388-9B2C-11189FCB2926}"/>
              </a:ext>
            </a:extLst>
          </p:cNvPr>
          <p:cNvSpPr txBox="1"/>
          <p:nvPr/>
        </p:nvSpPr>
        <p:spPr>
          <a:xfrm>
            <a:off x="9803423" y="6527170"/>
            <a:ext cx="2239908" cy="261610"/>
          </a:xfrm>
          <a:prstGeom prst="rect">
            <a:avLst/>
          </a:prstGeom>
          <a:noFill/>
        </p:spPr>
        <p:txBody>
          <a:bodyPr wrap="square" rtlCol="0">
            <a:spAutoFit/>
          </a:bodyPr>
          <a:lstStyle/>
          <a:p>
            <a:r>
              <a:rPr lang="fr-FR" sz="1100" dirty="0">
                <a:solidFill>
                  <a:schemeClr val="bg1"/>
                </a:solidFill>
              </a:rPr>
              <a:t>EM Normandie Business School</a:t>
            </a:r>
          </a:p>
        </p:txBody>
      </p:sp>
      <p:sp>
        <p:nvSpPr>
          <p:cNvPr id="9" name="ZoneTexte 8">
            <a:extLst>
              <a:ext uri="{FF2B5EF4-FFF2-40B4-BE49-F238E27FC236}">
                <a16:creationId xmlns:a16="http://schemas.microsoft.com/office/drawing/2014/main" id="{D16C934E-C174-49B7-BCD5-187D88387602}"/>
              </a:ext>
            </a:extLst>
          </p:cNvPr>
          <p:cNvSpPr txBox="1"/>
          <p:nvPr/>
        </p:nvSpPr>
        <p:spPr>
          <a:xfrm>
            <a:off x="87490" y="6538111"/>
            <a:ext cx="4073236" cy="246221"/>
          </a:xfrm>
          <a:prstGeom prst="rect">
            <a:avLst/>
          </a:prstGeom>
          <a:noFill/>
        </p:spPr>
        <p:txBody>
          <a:bodyPr wrap="square" rtlCol="0">
            <a:spAutoFit/>
          </a:bodyPr>
          <a:lstStyle/>
          <a:p>
            <a:pPr algn="l"/>
            <a:r>
              <a:rPr lang="fr-FR" sz="1000" dirty="0">
                <a:solidFill>
                  <a:schemeClr val="bg1"/>
                </a:solidFill>
              </a:rPr>
              <a:t> © Tous droits réservés - All rights reserved - 2022</a:t>
            </a:r>
          </a:p>
        </p:txBody>
      </p:sp>
    </p:spTree>
    <p:extLst>
      <p:ext uri="{BB962C8B-B14F-4D97-AF65-F5344CB8AC3E}">
        <p14:creationId xmlns:p14="http://schemas.microsoft.com/office/powerpoint/2010/main" val="76497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EA4F45-1930-4756-B34C-4417F8F9A177}"/>
              </a:ext>
            </a:extLst>
          </p:cNvPr>
          <p:cNvSpPr>
            <a:spLocks noGrp="1"/>
          </p:cNvSpPr>
          <p:nvPr>
            <p:ph type="title"/>
          </p:nvPr>
        </p:nvSpPr>
        <p:spPr>
          <a:xfrm>
            <a:off x="839788" y="365125"/>
            <a:ext cx="10515600" cy="708601"/>
          </a:xfrm>
        </p:spPr>
        <p:txBody>
          <a:bodyPr>
            <a:normAutofit/>
          </a:bodyPr>
          <a:lstStyle>
            <a:lvl1pPr>
              <a:defRPr lang="fr-FR" sz="3200" kern="1200" dirty="0">
                <a:solidFill>
                  <a:schemeClr val="tx1"/>
                </a:solidFill>
                <a:latin typeface="MADE Outer Sans" panose="02000505000000020004" pitchFamily="50" charset="0"/>
                <a:ea typeface="+mj-ea"/>
                <a:cs typeface="+mj-cs"/>
              </a:defRPr>
            </a:lvl1pPr>
          </a:lstStyle>
          <a:p>
            <a:r>
              <a:rPr lang="fr-FR"/>
              <a:t>Modifiez le style du titre</a:t>
            </a:r>
            <a:endParaRPr lang="fr-FR" dirty="0"/>
          </a:p>
        </p:txBody>
      </p:sp>
      <p:sp>
        <p:nvSpPr>
          <p:cNvPr id="3" name="Espace réservé du texte 2">
            <a:extLst>
              <a:ext uri="{FF2B5EF4-FFF2-40B4-BE49-F238E27FC236}">
                <a16:creationId xmlns:a16="http://schemas.microsoft.com/office/drawing/2014/main" id="{D9DD9890-CBB3-4929-A070-BA754567CD53}"/>
              </a:ext>
            </a:extLst>
          </p:cNvPr>
          <p:cNvSpPr>
            <a:spLocks noGrp="1"/>
          </p:cNvSpPr>
          <p:nvPr>
            <p:ph type="body" idx="1"/>
          </p:nvPr>
        </p:nvSpPr>
        <p:spPr>
          <a:xfrm>
            <a:off x="839788" y="1280054"/>
            <a:ext cx="5157787" cy="708601"/>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7D5BAA2-751C-46B6-BEDE-6A74FE0AF960}"/>
              </a:ext>
            </a:extLst>
          </p:cNvPr>
          <p:cNvSpPr>
            <a:spLocks noGrp="1"/>
          </p:cNvSpPr>
          <p:nvPr>
            <p:ph sz="half" idx="2"/>
          </p:nvPr>
        </p:nvSpPr>
        <p:spPr>
          <a:xfrm>
            <a:off x="839788" y="1988655"/>
            <a:ext cx="5157787" cy="4400075"/>
          </a:xfrm>
        </p:spPr>
        <p:txBody>
          <a:bodyPr>
            <a:normAutofit/>
          </a:bodyPr>
          <a:lstStyle>
            <a:lvl1pPr marL="358775" indent="-228600" algn="l" defTabSz="914400" rtl="0" eaLnBrk="1" latinLnBrk="0" hangingPunct="1">
              <a:lnSpc>
                <a:spcPct val="90000"/>
              </a:lnSpc>
              <a:buClr>
                <a:srgbClr val="D31019"/>
              </a:buClr>
              <a:buFont typeface="Wingdings" panose="05000000000000000000" pitchFamily="2" charset="2"/>
              <a:buChar char="§"/>
              <a:defRPr lang="fr-FR" sz="2400" kern="1200" dirty="0" smtClean="0">
                <a:solidFill>
                  <a:schemeClr val="tx1"/>
                </a:solidFill>
                <a:latin typeface="Avenir Next LT Pro" panose="020B0504020202020204" pitchFamily="34" charset="0"/>
                <a:ea typeface="+mn-ea"/>
                <a:cs typeface="+mn-cs"/>
              </a:defRPr>
            </a:lvl1pPr>
            <a:lvl2pPr marL="536575" indent="-228600" algn="l" defTabSz="914400" rtl="0" eaLnBrk="1" latinLnBrk="0" hangingPunct="1">
              <a:lnSpc>
                <a:spcPct val="90000"/>
              </a:lnSpc>
              <a:buClr>
                <a:srgbClr val="D31019"/>
              </a:buClr>
              <a:buFont typeface="Wingdings" panose="05000000000000000000" pitchFamily="2" charset="2"/>
              <a:buChar char="§"/>
              <a:defRPr lang="fr-FR" sz="2000" kern="1200" dirty="0" smtClean="0">
                <a:solidFill>
                  <a:schemeClr val="tx1"/>
                </a:solidFill>
                <a:latin typeface="Avenir Next LT Pro" panose="020B0504020202020204" pitchFamily="34" charset="0"/>
                <a:ea typeface="+mn-ea"/>
                <a:cs typeface="+mn-cs"/>
              </a:defRPr>
            </a:lvl2pPr>
            <a:lvl3pPr marL="715963" indent="-228600" algn="l" defTabSz="914400" rtl="0" eaLnBrk="1" latinLnBrk="0" hangingPunct="1">
              <a:lnSpc>
                <a:spcPct val="90000"/>
              </a:lnSpc>
              <a:buClr>
                <a:srgbClr val="D31019"/>
              </a:buClr>
              <a:buFont typeface="Wingdings" panose="05000000000000000000" pitchFamily="2" charset="2"/>
              <a:buChar char="§"/>
              <a:defRPr lang="fr-FR" sz="1800" kern="1200" dirty="0" smtClean="0">
                <a:solidFill>
                  <a:schemeClr val="tx1"/>
                </a:solidFill>
                <a:latin typeface="Avenir Next LT Pro" panose="020B0504020202020204" pitchFamily="34" charset="0"/>
                <a:ea typeface="+mn-ea"/>
                <a:cs typeface="+mn-cs"/>
              </a:defRPr>
            </a:lvl3pPr>
            <a:lvl4pPr marL="895350" indent="-228600" algn="l" defTabSz="914400" rtl="0" eaLnBrk="1" latinLnBrk="0" hangingPunct="1">
              <a:lnSpc>
                <a:spcPct val="90000"/>
              </a:lnSpc>
              <a:buClr>
                <a:srgbClr val="D31019"/>
              </a:buClr>
              <a:buFont typeface="Wingdings" panose="05000000000000000000" pitchFamily="2" charset="2"/>
              <a:buChar char="§"/>
              <a:defRPr lang="fr-FR" sz="1600" kern="1200" dirty="0" smtClean="0">
                <a:solidFill>
                  <a:schemeClr val="tx1"/>
                </a:solidFill>
                <a:latin typeface="Avenir Next LT Pro" panose="020B0504020202020204" pitchFamily="34" charset="0"/>
                <a:ea typeface="+mn-ea"/>
                <a:cs typeface="+mn-cs"/>
              </a:defRPr>
            </a:lvl4pPr>
            <a:lvl5pPr marL="1074738" indent="-228600" algn="l" defTabSz="914400" rtl="0" eaLnBrk="1" latinLnBrk="0" hangingPunct="1">
              <a:lnSpc>
                <a:spcPct val="90000"/>
              </a:lnSpc>
              <a:buClr>
                <a:srgbClr val="D31019"/>
              </a:buClr>
              <a:buFont typeface="Wingdings" panose="05000000000000000000" pitchFamily="2" charset="2"/>
              <a:buChar char="§"/>
              <a:defRPr lang="fr-FR" sz="1400" kern="1200" dirty="0">
                <a:solidFill>
                  <a:schemeClr val="tx1"/>
                </a:solidFill>
                <a:latin typeface="Avenir Next LT Pro" panose="020B0504020202020204" pitchFamily="34"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a:extLst>
              <a:ext uri="{FF2B5EF4-FFF2-40B4-BE49-F238E27FC236}">
                <a16:creationId xmlns:a16="http://schemas.microsoft.com/office/drawing/2014/main" id="{62595E2C-4405-4D2F-ADE0-077945714858}"/>
              </a:ext>
            </a:extLst>
          </p:cNvPr>
          <p:cNvSpPr>
            <a:spLocks noGrp="1"/>
          </p:cNvSpPr>
          <p:nvPr>
            <p:ph type="body" sz="quarter" idx="3"/>
          </p:nvPr>
        </p:nvSpPr>
        <p:spPr>
          <a:xfrm>
            <a:off x="6172200" y="1280054"/>
            <a:ext cx="5183188" cy="708601"/>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68CBD5D-1880-4646-8E20-A6196CE9134B}"/>
              </a:ext>
            </a:extLst>
          </p:cNvPr>
          <p:cNvSpPr>
            <a:spLocks noGrp="1"/>
          </p:cNvSpPr>
          <p:nvPr>
            <p:ph sz="quarter" idx="4"/>
          </p:nvPr>
        </p:nvSpPr>
        <p:spPr>
          <a:xfrm>
            <a:off x="6194427" y="1988655"/>
            <a:ext cx="5183188" cy="4400075"/>
          </a:xfrm>
        </p:spPr>
        <p:txBody>
          <a:bodyPr/>
          <a:lstStyle>
            <a:lvl1pPr marL="358775" indent="-228600" algn="l" defTabSz="914400" rtl="0" eaLnBrk="1" latinLnBrk="0" hangingPunct="1">
              <a:lnSpc>
                <a:spcPct val="90000"/>
              </a:lnSpc>
              <a:buClr>
                <a:srgbClr val="D31019"/>
              </a:buClr>
              <a:buFont typeface="Wingdings" panose="05000000000000000000" pitchFamily="2" charset="2"/>
              <a:buChar char="§"/>
              <a:defRPr lang="fr-FR" sz="2400" kern="1200" dirty="0" smtClean="0">
                <a:solidFill>
                  <a:schemeClr val="tx1"/>
                </a:solidFill>
                <a:latin typeface="Avenir Next LT Pro" panose="020B0504020202020204" pitchFamily="34" charset="0"/>
                <a:ea typeface="+mn-ea"/>
                <a:cs typeface="+mn-cs"/>
              </a:defRPr>
            </a:lvl1pPr>
            <a:lvl2pPr marL="536575" indent="-228600" algn="l" defTabSz="914400" rtl="0" eaLnBrk="1" latinLnBrk="0" hangingPunct="1">
              <a:lnSpc>
                <a:spcPct val="90000"/>
              </a:lnSpc>
              <a:buClr>
                <a:srgbClr val="D31019"/>
              </a:buClr>
              <a:buFont typeface="Wingdings" panose="05000000000000000000" pitchFamily="2" charset="2"/>
              <a:buChar char="§"/>
              <a:defRPr lang="fr-FR" sz="2000" kern="1200" dirty="0" smtClean="0">
                <a:solidFill>
                  <a:schemeClr val="tx1"/>
                </a:solidFill>
                <a:latin typeface="Avenir Next LT Pro" panose="020B0504020202020204" pitchFamily="34" charset="0"/>
                <a:ea typeface="+mn-ea"/>
                <a:cs typeface="+mn-cs"/>
              </a:defRPr>
            </a:lvl2pPr>
            <a:lvl3pPr marL="715963" indent="-228600" algn="l" defTabSz="914400" rtl="0" eaLnBrk="1" latinLnBrk="0" hangingPunct="1">
              <a:lnSpc>
                <a:spcPct val="90000"/>
              </a:lnSpc>
              <a:buClr>
                <a:srgbClr val="D31019"/>
              </a:buClr>
              <a:buFont typeface="Wingdings" panose="05000000000000000000" pitchFamily="2" charset="2"/>
              <a:buChar char="§"/>
              <a:defRPr lang="fr-FR" sz="1800" kern="1200" dirty="0" smtClean="0">
                <a:solidFill>
                  <a:schemeClr val="tx1"/>
                </a:solidFill>
                <a:latin typeface="Avenir Next LT Pro" panose="020B0504020202020204" pitchFamily="34" charset="0"/>
                <a:ea typeface="+mn-ea"/>
                <a:cs typeface="+mn-cs"/>
              </a:defRPr>
            </a:lvl3pPr>
            <a:lvl4pPr marL="895350" indent="-228600" algn="l" defTabSz="914400" rtl="0" eaLnBrk="1" latinLnBrk="0" hangingPunct="1">
              <a:lnSpc>
                <a:spcPct val="90000"/>
              </a:lnSpc>
              <a:buClr>
                <a:srgbClr val="D31019"/>
              </a:buClr>
              <a:buFont typeface="Wingdings" panose="05000000000000000000" pitchFamily="2" charset="2"/>
              <a:buChar char="§"/>
              <a:defRPr lang="fr-FR" sz="1600" kern="1200" dirty="0" smtClean="0">
                <a:solidFill>
                  <a:schemeClr val="tx1"/>
                </a:solidFill>
                <a:latin typeface="Avenir Next LT Pro" panose="020B0504020202020204" pitchFamily="34" charset="0"/>
                <a:ea typeface="+mn-ea"/>
                <a:cs typeface="+mn-cs"/>
              </a:defRPr>
            </a:lvl4pPr>
            <a:lvl5pPr marL="1074738" indent="-228600" algn="l" defTabSz="914400" rtl="0" eaLnBrk="1" latinLnBrk="0" hangingPunct="1">
              <a:lnSpc>
                <a:spcPct val="90000"/>
              </a:lnSpc>
              <a:buClr>
                <a:srgbClr val="D31019"/>
              </a:buClr>
              <a:buFont typeface="Wingdings" panose="05000000000000000000" pitchFamily="2" charset="2"/>
              <a:buChar char="§"/>
              <a:defRPr lang="fr-FR" sz="1400" kern="1200" dirty="0">
                <a:solidFill>
                  <a:schemeClr val="tx1"/>
                </a:solidFill>
                <a:latin typeface="Avenir Next LT Pro" panose="020B0504020202020204" pitchFamily="34"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2" name="Espace réservé du pied de page 5">
            <a:extLst>
              <a:ext uri="{FF2B5EF4-FFF2-40B4-BE49-F238E27FC236}">
                <a16:creationId xmlns:a16="http://schemas.microsoft.com/office/drawing/2014/main" id="{E13464AA-59D4-48E1-8C71-41F23CB4CB6E}"/>
              </a:ext>
            </a:extLst>
          </p:cNvPr>
          <p:cNvSpPr>
            <a:spLocks noGrp="1"/>
          </p:cNvSpPr>
          <p:nvPr>
            <p:ph type="ftr" sz="quarter" idx="10"/>
          </p:nvPr>
        </p:nvSpPr>
        <p:spPr>
          <a:xfrm>
            <a:off x="11887200" y="445147"/>
            <a:ext cx="235262" cy="5943583"/>
          </a:xfrm>
        </p:spPr>
        <p:txBody>
          <a:bodyPr/>
          <a:lstStyle>
            <a:lvl1pPr>
              <a:defRPr sz="900"/>
            </a:lvl1pPr>
          </a:lstStyle>
          <a:p>
            <a:r>
              <a:rPr lang="fr-FR"/>
              <a:t>Damien Chaney</a:t>
            </a:r>
          </a:p>
        </p:txBody>
      </p:sp>
      <p:sp>
        <p:nvSpPr>
          <p:cNvPr id="10" name="Rectangle 9">
            <a:extLst>
              <a:ext uri="{FF2B5EF4-FFF2-40B4-BE49-F238E27FC236}">
                <a16:creationId xmlns:a16="http://schemas.microsoft.com/office/drawing/2014/main" id="{21303350-3B46-43F2-9D2A-79D03CCCC9CE}"/>
              </a:ext>
            </a:extLst>
          </p:cNvPr>
          <p:cNvSpPr/>
          <p:nvPr/>
        </p:nvSpPr>
        <p:spPr>
          <a:xfrm>
            <a:off x="0" y="6457950"/>
            <a:ext cx="12192000" cy="400050"/>
          </a:xfrm>
          <a:prstGeom prst="rect">
            <a:avLst/>
          </a:prstGeom>
          <a:solidFill>
            <a:srgbClr val="1A2B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C9D71694-6DA5-42F2-8A1E-C370FCE7619C}"/>
              </a:ext>
            </a:extLst>
          </p:cNvPr>
          <p:cNvSpPr txBox="1"/>
          <p:nvPr/>
        </p:nvSpPr>
        <p:spPr>
          <a:xfrm>
            <a:off x="9803423" y="6527170"/>
            <a:ext cx="2239908" cy="261610"/>
          </a:xfrm>
          <a:prstGeom prst="rect">
            <a:avLst/>
          </a:prstGeom>
          <a:noFill/>
        </p:spPr>
        <p:txBody>
          <a:bodyPr wrap="square" rtlCol="0">
            <a:spAutoFit/>
          </a:bodyPr>
          <a:lstStyle/>
          <a:p>
            <a:r>
              <a:rPr lang="fr-FR" sz="1100" dirty="0">
                <a:solidFill>
                  <a:schemeClr val="bg1"/>
                </a:solidFill>
              </a:rPr>
              <a:t>EM Normandie Business School</a:t>
            </a:r>
          </a:p>
        </p:txBody>
      </p:sp>
      <p:sp>
        <p:nvSpPr>
          <p:cNvPr id="11" name="ZoneTexte 10">
            <a:extLst>
              <a:ext uri="{FF2B5EF4-FFF2-40B4-BE49-F238E27FC236}">
                <a16:creationId xmlns:a16="http://schemas.microsoft.com/office/drawing/2014/main" id="{47BD5098-084A-409B-ADEE-F43534824DF7}"/>
              </a:ext>
            </a:extLst>
          </p:cNvPr>
          <p:cNvSpPr txBox="1"/>
          <p:nvPr/>
        </p:nvSpPr>
        <p:spPr>
          <a:xfrm>
            <a:off x="87490" y="6538111"/>
            <a:ext cx="4073236" cy="246221"/>
          </a:xfrm>
          <a:prstGeom prst="rect">
            <a:avLst/>
          </a:prstGeom>
          <a:noFill/>
        </p:spPr>
        <p:txBody>
          <a:bodyPr wrap="square" rtlCol="0">
            <a:spAutoFit/>
          </a:bodyPr>
          <a:lstStyle/>
          <a:p>
            <a:pPr algn="l"/>
            <a:r>
              <a:rPr lang="fr-FR" sz="1000" dirty="0">
                <a:solidFill>
                  <a:schemeClr val="bg1"/>
                </a:solidFill>
              </a:rPr>
              <a:t> © Tous droits réservés - All rights reserved - 2022</a:t>
            </a:r>
          </a:p>
        </p:txBody>
      </p:sp>
    </p:spTree>
    <p:extLst>
      <p:ext uri="{BB962C8B-B14F-4D97-AF65-F5344CB8AC3E}">
        <p14:creationId xmlns:p14="http://schemas.microsoft.com/office/powerpoint/2010/main" val="3269564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1_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E6797D-4E8E-44E8-AB66-E487B741F217}"/>
              </a:ext>
            </a:extLst>
          </p:cNvPr>
          <p:cNvSpPr>
            <a:spLocks noGrp="1"/>
          </p:cNvSpPr>
          <p:nvPr>
            <p:ph type="title"/>
          </p:nvPr>
        </p:nvSpPr>
        <p:spPr>
          <a:xfrm>
            <a:off x="839788" y="457200"/>
            <a:ext cx="3932237" cy="771236"/>
          </a:xfrm>
        </p:spPr>
        <p:txBody>
          <a:bodyPr anchor="b">
            <a:noAutofit/>
          </a:bodyPr>
          <a:lstStyle>
            <a:lvl1pPr algn="l" defTabSz="914400" rtl="0" eaLnBrk="1" latinLnBrk="0" hangingPunct="1">
              <a:lnSpc>
                <a:spcPct val="90000"/>
              </a:lnSpc>
              <a:spcBef>
                <a:spcPct val="0"/>
              </a:spcBef>
              <a:buNone/>
              <a:defRPr lang="fr-FR" sz="3200" kern="1200" dirty="0">
                <a:solidFill>
                  <a:schemeClr val="tx1"/>
                </a:solidFill>
                <a:latin typeface="MADE Outer Sans" panose="02000505000000020004" pitchFamily="50" charset="0"/>
                <a:ea typeface="+mj-ea"/>
                <a:cs typeface="+mj-cs"/>
              </a:defRPr>
            </a:lvl1pPr>
          </a:lstStyle>
          <a:p>
            <a:r>
              <a:rPr lang="fr-FR"/>
              <a:t>Modifiez le style du titre</a:t>
            </a:r>
            <a:endParaRPr lang="fr-FR" dirty="0"/>
          </a:p>
        </p:txBody>
      </p:sp>
      <p:sp>
        <p:nvSpPr>
          <p:cNvPr id="3" name="Espace réservé du contenu 2">
            <a:extLst>
              <a:ext uri="{FF2B5EF4-FFF2-40B4-BE49-F238E27FC236}">
                <a16:creationId xmlns:a16="http://schemas.microsoft.com/office/drawing/2014/main" id="{A55DD8B0-9A4A-4231-8BE3-BE9B9AC314F8}"/>
              </a:ext>
            </a:extLst>
          </p:cNvPr>
          <p:cNvSpPr>
            <a:spLocks noGrp="1"/>
          </p:cNvSpPr>
          <p:nvPr>
            <p:ph idx="1"/>
          </p:nvPr>
        </p:nvSpPr>
        <p:spPr>
          <a:xfrm>
            <a:off x="5183188" y="441903"/>
            <a:ext cx="6172200" cy="5943582"/>
          </a:xfrm>
        </p:spPr>
        <p:txBody>
          <a:bodyPr>
            <a:normAutofit/>
          </a:bodyPr>
          <a:lstStyle>
            <a:lvl1pPr marL="358775" indent="-228600" algn="l" defTabSz="914400" rtl="0" eaLnBrk="1" latinLnBrk="0" hangingPunct="1">
              <a:lnSpc>
                <a:spcPct val="150000"/>
              </a:lnSpc>
              <a:buClr>
                <a:srgbClr val="D31019"/>
              </a:buClr>
              <a:buFont typeface="Wingdings" panose="05000000000000000000" pitchFamily="2" charset="2"/>
              <a:buChar char="§"/>
              <a:defRPr lang="fr-FR" sz="2400" kern="1200" dirty="0">
                <a:solidFill>
                  <a:schemeClr val="tx1"/>
                </a:solidFill>
                <a:latin typeface="Avenir Next LT Pro" panose="020B0504020202020204" pitchFamily="34" charset="0"/>
                <a:ea typeface="+mn-ea"/>
                <a:cs typeface="+mn-cs"/>
              </a:defRPr>
            </a:lvl1pPr>
            <a:lvl2pPr marL="536575" indent="-228600" algn="l" defTabSz="914400" rtl="0" eaLnBrk="1" latinLnBrk="0" hangingPunct="1">
              <a:lnSpc>
                <a:spcPct val="150000"/>
              </a:lnSpc>
              <a:buClr>
                <a:srgbClr val="D31019"/>
              </a:buClr>
              <a:buFont typeface="Wingdings" panose="05000000000000000000" pitchFamily="2" charset="2"/>
              <a:buChar char="§"/>
              <a:defRPr lang="fr-FR" sz="2400" kern="1200" dirty="0">
                <a:solidFill>
                  <a:schemeClr val="tx1"/>
                </a:solidFill>
                <a:latin typeface="Avenir Next LT Pro" panose="020B0504020202020204" pitchFamily="34" charset="0"/>
                <a:ea typeface="+mn-ea"/>
                <a:cs typeface="+mn-cs"/>
              </a:defRPr>
            </a:lvl2pPr>
            <a:lvl3pPr marL="715963" indent="-228600" algn="l" defTabSz="914400" rtl="0" eaLnBrk="1" latinLnBrk="0" hangingPunct="1">
              <a:lnSpc>
                <a:spcPct val="150000"/>
              </a:lnSpc>
              <a:buClr>
                <a:srgbClr val="D31019"/>
              </a:buClr>
              <a:buFont typeface="Wingdings" panose="05000000000000000000" pitchFamily="2" charset="2"/>
              <a:buChar char="§"/>
              <a:defRPr lang="fr-FR" sz="2000" kern="1200" dirty="0">
                <a:solidFill>
                  <a:schemeClr val="tx1"/>
                </a:solidFill>
                <a:latin typeface="Avenir Next LT Pro" panose="020B0504020202020204" pitchFamily="34" charset="0"/>
                <a:ea typeface="+mn-ea"/>
                <a:cs typeface="+mn-cs"/>
              </a:defRPr>
            </a:lvl3pPr>
            <a:lvl4pPr marL="895350" indent="-228600" algn="l" defTabSz="914400" rtl="0" eaLnBrk="1" latinLnBrk="0" hangingPunct="1">
              <a:lnSpc>
                <a:spcPct val="150000"/>
              </a:lnSpc>
              <a:buClr>
                <a:srgbClr val="D31019"/>
              </a:buClr>
              <a:buFont typeface="Wingdings" panose="05000000000000000000" pitchFamily="2" charset="2"/>
              <a:buChar char="§"/>
              <a:defRPr lang="fr-FR" sz="1800" kern="1200" dirty="0">
                <a:solidFill>
                  <a:schemeClr val="tx1"/>
                </a:solidFill>
                <a:latin typeface="Avenir Next LT Pro" panose="020B0504020202020204" pitchFamily="34" charset="0"/>
                <a:ea typeface="+mn-ea"/>
                <a:cs typeface="+mn-cs"/>
              </a:defRPr>
            </a:lvl4pPr>
            <a:lvl5pPr marL="1074738" indent="-228600" algn="l" defTabSz="914400" rtl="0" eaLnBrk="1" latinLnBrk="0" hangingPunct="1">
              <a:lnSpc>
                <a:spcPct val="150000"/>
              </a:lnSpc>
              <a:buClr>
                <a:srgbClr val="D31019"/>
              </a:buClr>
              <a:buFont typeface="Wingdings" panose="05000000000000000000" pitchFamily="2" charset="2"/>
              <a:buChar char="§"/>
              <a:defRPr lang="fr-FR" sz="1600" kern="1200" dirty="0">
                <a:solidFill>
                  <a:schemeClr val="tx1"/>
                </a:solidFill>
                <a:latin typeface="Avenir Next LT Pro" panose="020B0504020202020204" pitchFamily="34" charset="0"/>
                <a:ea typeface="+mn-ea"/>
                <a:cs typeface="+mn-cs"/>
              </a:defRPr>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texte 3">
            <a:extLst>
              <a:ext uri="{FF2B5EF4-FFF2-40B4-BE49-F238E27FC236}">
                <a16:creationId xmlns:a16="http://schemas.microsoft.com/office/drawing/2014/main" id="{0AB90F1F-C336-482B-A835-7639074B6456}"/>
              </a:ext>
            </a:extLst>
          </p:cNvPr>
          <p:cNvSpPr>
            <a:spLocks noGrp="1"/>
          </p:cNvSpPr>
          <p:nvPr>
            <p:ph type="body" sz="half" idx="2"/>
          </p:nvPr>
        </p:nvSpPr>
        <p:spPr>
          <a:xfrm>
            <a:off x="839788" y="1293091"/>
            <a:ext cx="3932237" cy="509563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9" name="Espace réservé du pied de page 5">
            <a:extLst>
              <a:ext uri="{FF2B5EF4-FFF2-40B4-BE49-F238E27FC236}">
                <a16:creationId xmlns:a16="http://schemas.microsoft.com/office/drawing/2014/main" id="{FB5F23BF-6D18-4506-8A96-F32F580A5349}"/>
              </a:ext>
            </a:extLst>
          </p:cNvPr>
          <p:cNvSpPr>
            <a:spLocks noGrp="1"/>
          </p:cNvSpPr>
          <p:nvPr>
            <p:ph type="ftr" sz="quarter" idx="10"/>
          </p:nvPr>
        </p:nvSpPr>
        <p:spPr>
          <a:xfrm>
            <a:off x="11939954" y="445147"/>
            <a:ext cx="182508" cy="5943583"/>
          </a:xfrm>
        </p:spPr>
        <p:txBody>
          <a:bodyPr/>
          <a:lstStyle>
            <a:lvl1pPr>
              <a:defRPr sz="900"/>
            </a:lvl1pPr>
          </a:lstStyle>
          <a:p>
            <a:r>
              <a:rPr lang="fr-FR"/>
              <a:t>Damien Chaney</a:t>
            </a:r>
          </a:p>
        </p:txBody>
      </p:sp>
      <p:sp>
        <p:nvSpPr>
          <p:cNvPr id="8" name="Rectangle 7">
            <a:extLst>
              <a:ext uri="{FF2B5EF4-FFF2-40B4-BE49-F238E27FC236}">
                <a16:creationId xmlns:a16="http://schemas.microsoft.com/office/drawing/2014/main" id="{58506E46-3287-4B1B-B5CC-49612CCC773E}"/>
              </a:ext>
            </a:extLst>
          </p:cNvPr>
          <p:cNvSpPr/>
          <p:nvPr/>
        </p:nvSpPr>
        <p:spPr>
          <a:xfrm>
            <a:off x="0" y="6457950"/>
            <a:ext cx="12192000" cy="400050"/>
          </a:xfrm>
          <a:prstGeom prst="rect">
            <a:avLst/>
          </a:prstGeom>
          <a:solidFill>
            <a:srgbClr val="1A2B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5705EE86-67E3-40AF-ADE6-FBEB54971D3B}"/>
              </a:ext>
            </a:extLst>
          </p:cNvPr>
          <p:cNvSpPr txBox="1"/>
          <p:nvPr/>
        </p:nvSpPr>
        <p:spPr>
          <a:xfrm>
            <a:off x="9803423" y="6527170"/>
            <a:ext cx="2239908" cy="261610"/>
          </a:xfrm>
          <a:prstGeom prst="rect">
            <a:avLst/>
          </a:prstGeom>
          <a:noFill/>
        </p:spPr>
        <p:txBody>
          <a:bodyPr wrap="square" rtlCol="0">
            <a:spAutoFit/>
          </a:bodyPr>
          <a:lstStyle/>
          <a:p>
            <a:r>
              <a:rPr lang="fr-FR" sz="1100" dirty="0">
                <a:solidFill>
                  <a:schemeClr val="bg1"/>
                </a:solidFill>
              </a:rPr>
              <a:t>EM Normandie Business School</a:t>
            </a:r>
          </a:p>
        </p:txBody>
      </p:sp>
      <p:sp>
        <p:nvSpPr>
          <p:cNvPr id="10" name="ZoneTexte 9">
            <a:extLst>
              <a:ext uri="{FF2B5EF4-FFF2-40B4-BE49-F238E27FC236}">
                <a16:creationId xmlns:a16="http://schemas.microsoft.com/office/drawing/2014/main" id="{5E2A0076-511F-446B-96C1-CA4750F9046E}"/>
              </a:ext>
            </a:extLst>
          </p:cNvPr>
          <p:cNvSpPr txBox="1"/>
          <p:nvPr/>
        </p:nvSpPr>
        <p:spPr>
          <a:xfrm>
            <a:off x="87490" y="6538111"/>
            <a:ext cx="4073236" cy="246221"/>
          </a:xfrm>
          <a:prstGeom prst="rect">
            <a:avLst/>
          </a:prstGeom>
          <a:noFill/>
        </p:spPr>
        <p:txBody>
          <a:bodyPr wrap="square" rtlCol="0">
            <a:spAutoFit/>
          </a:bodyPr>
          <a:lstStyle/>
          <a:p>
            <a:pPr algn="l"/>
            <a:r>
              <a:rPr lang="fr-FR" sz="1000" dirty="0">
                <a:solidFill>
                  <a:schemeClr val="bg1"/>
                </a:solidFill>
              </a:rPr>
              <a:t> © Tous droits réservés - All rights reserved - 2022</a:t>
            </a:r>
          </a:p>
        </p:txBody>
      </p:sp>
    </p:spTree>
    <p:extLst>
      <p:ext uri="{BB962C8B-B14F-4D97-AF65-F5344CB8AC3E}">
        <p14:creationId xmlns:p14="http://schemas.microsoft.com/office/powerpoint/2010/main" val="2479878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1_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EF4989-205F-494E-9482-A2328A293BE2}"/>
              </a:ext>
            </a:extLst>
          </p:cNvPr>
          <p:cNvSpPr>
            <a:spLocks noGrp="1"/>
          </p:cNvSpPr>
          <p:nvPr>
            <p:ph type="title"/>
          </p:nvPr>
        </p:nvSpPr>
        <p:spPr>
          <a:xfrm>
            <a:off x="839788" y="457200"/>
            <a:ext cx="3932237" cy="762000"/>
          </a:xfrm>
        </p:spPr>
        <p:txBody>
          <a:bodyPr anchor="b">
            <a:noAutofit/>
          </a:bodyPr>
          <a:lstStyle>
            <a:lvl1pPr algn="l" defTabSz="914400" rtl="0" eaLnBrk="1" latinLnBrk="0" hangingPunct="1">
              <a:lnSpc>
                <a:spcPct val="90000"/>
              </a:lnSpc>
              <a:spcBef>
                <a:spcPct val="0"/>
              </a:spcBef>
              <a:buNone/>
              <a:defRPr lang="fr-FR" sz="3200" kern="1200" dirty="0">
                <a:solidFill>
                  <a:schemeClr val="tx1"/>
                </a:solidFill>
                <a:latin typeface="MADE Outer Sans" panose="02000505000000020004" pitchFamily="50" charset="0"/>
                <a:ea typeface="+mj-ea"/>
                <a:cs typeface="+mj-cs"/>
              </a:defRPr>
            </a:lvl1pPr>
          </a:lstStyle>
          <a:p>
            <a:r>
              <a:rPr lang="fr-FR"/>
              <a:t>Modifiez le style du titre</a:t>
            </a:r>
            <a:endParaRPr lang="fr-FR" dirty="0"/>
          </a:p>
        </p:txBody>
      </p:sp>
      <p:sp>
        <p:nvSpPr>
          <p:cNvPr id="3" name="Espace réservé pour une image  2">
            <a:extLst>
              <a:ext uri="{FF2B5EF4-FFF2-40B4-BE49-F238E27FC236}">
                <a16:creationId xmlns:a16="http://schemas.microsoft.com/office/drawing/2014/main" id="{8770B2CA-A695-4C5D-B1C1-D4335BD47443}"/>
              </a:ext>
            </a:extLst>
          </p:cNvPr>
          <p:cNvSpPr>
            <a:spLocks noGrp="1"/>
          </p:cNvSpPr>
          <p:nvPr>
            <p:ph type="pic" idx="1"/>
          </p:nvPr>
        </p:nvSpPr>
        <p:spPr>
          <a:xfrm>
            <a:off x="5183188" y="441902"/>
            <a:ext cx="6172200" cy="59435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fr-FR" dirty="0"/>
          </a:p>
        </p:txBody>
      </p:sp>
      <p:sp>
        <p:nvSpPr>
          <p:cNvPr id="4" name="Espace réservé du texte 3">
            <a:extLst>
              <a:ext uri="{FF2B5EF4-FFF2-40B4-BE49-F238E27FC236}">
                <a16:creationId xmlns:a16="http://schemas.microsoft.com/office/drawing/2014/main" id="{4D934540-7467-430B-A215-E79FEB4D1D16}"/>
              </a:ext>
            </a:extLst>
          </p:cNvPr>
          <p:cNvSpPr>
            <a:spLocks noGrp="1"/>
          </p:cNvSpPr>
          <p:nvPr>
            <p:ph type="body" sz="half" idx="2"/>
          </p:nvPr>
        </p:nvSpPr>
        <p:spPr>
          <a:xfrm>
            <a:off x="839788" y="1283855"/>
            <a:ext cx="3932237" cy="5104875"/>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9" name="Espace réservé du pied de page 5">
            <a:extLst>
              <a:ext uri="{FF2B5EF4-FFF2-40B4-BE49-F238E27FC236}">
                <a16:creationId xmlns:a16="http://schemas.microsoft.com/office/drawing/2014/main" id="{80EAA261-3357-424C-9424-ABDB9513F51D}"/>
              </a:ext>
            </a:extLst>
          </p:cNvPr>
          <p:cNvSpPr>
            <a:spLocks noGrp="1"/>
          </p:cNvSpPr>
          <p:nvPr>
            <p:ph type="ftr" sz="quarter" idx="10"/>
          </p:nvPr>
        </p:nvSpPr>
        <p:spPr>
          <a:xfrm>
            <a:off x="11913577" y="445147"/>
            <a:ext cx="208886" cy="5943583"/>
          </a:xfrm>
        </p:spPr>
        <p:txBody>
          <a:bodyPr/>
          <a:lstStyle>
            <a:lvl1pPr>
              <a:defRPr sz="900"/>
            </a:lvl1pPr>
          </a:lstStyle>
          <a:p>
            <a:r>
              <a:rPr lang="fr-FR"/>
              <a:t>Damien Chaney</a:t>
            </a:r>
          </a:p>
        </p:txBody>
      </p:sp>
      <p:sp>
        <p:nvSpPr>
          <p:cNvPr id="8" name="Rectangle 7">
            <a:extLst>
              <a:ext uri="{FF2B5EF4-FFF2-40B4-BE49-F238E27FC236}">
                <a16:creationId xmlns:a16="http://schemas.microsoft.com/office/drawing/2014/main" id="{88684D30-9ECA-4D0B-9664-07616B9CA3B1}"/>
              </a:ext>
            </a:extLst>
          </p:cNvPr>
          <p:cNvSpPr/>
          <p:nvPr/>
        </p:nvSpPr>
        <p:spPr>
          <a:xfrm>
            <a:off x="0" y="6457950"/>
            <a:ext cx="12192000" cy="400050"/>
          </a:xfrm>
          <a:prstGeom prst="rect">
            <a:avLst/>
          </a:prstGeom>
          <a:solidFill>
            <a:srgbClr val="1A2B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FE4080E9-2E08-4515-AED2-D62FB75ED457}"/>
              </a:ext>
            </a:extLst>
          </p:cNvPr>
          <p:cNvSpPr txBox="1"/>
          <p:nvPr/>
        </p:nvSpPr>
        <p:spPr>
          <a:xfrm>
            <a:off x="9803423" y="6527170"/>
            <a:ext cx="2239908" cy="261610"/>
          </a:xfrm>
          <a:prstGeom prst="rect">
            <a:avLst/>
          </a:prstGeom>
          <a:noFill/>
        </p:spPr>
        <p:txBody>
          <a:bodyPr wrap="square" rtlCol="0">
            <a:spAutoFit/>
          </a:bodyPr>
          <a:lstStyle/>
          <a:p>
            <a:r>
              <a:rPr lang="fr-FR" sz="1100" dirty="0">
                <a:solidFill>
                  <a:schemeClr val="bg1"/>
                </a:solidFill>
              </a:rPr>
              <a:t>EM Normandie Business School</a:t>
            </a:r>
          </a:p>
        </p:txBody>
      </p:sp>
      <p:sp>
        <p:nvSpPr>
          <p:cNvPr id="10" name="ZoneTexte 9">
            <a:extLst>
              <a:ext uri="{FF2B5EF4-FFF2-40B4-BE49-F238E27FC236}">
                <a16:creationId xmlns:a16="http://schemas.microsoft.com/office/drawing/2014/main" id="{B0F0BCEF-8ACC-4170-9E2A-C8CFC691033B}"/>
              </a:ext>
            </a:extLst>
          </p:cNvPr>
          <p:cNvSpPr txBox="1"/>
          <p:nvPr/>
        </p:nvSpPr>
        <p:spPr>
          <a:xfrm>
            <a:off x="87490" y="6538111"/>
            <a:ext cx="4073236" cy="246221"/>
          </a:xfrm>
          <a:prstGeom prst="rect">
            <a:avLst/>
          </a:prstGeom>
          <a:noFill/>
        </p:spPr>
        <p:txBody>
          <a:bodyPr wrap="square" rtlCol="0">
            <a:spAutoFit/>
          </a:bodyPr>
          <a:lstStyle/>
          <a:p>
            <a:pPr algn="l"/>
            <a:r>
              <a:rPr lang="fr-FR" sz="1000" dirty="0">
                <a:solidFill>
                  <a:schemeClr val="bg1"/>
                </a:solidFill>
              </a:rPr>
              <a:t> © Tous droits réservés - All rights reserved - 2022</a:t>
            </a:r>
          </a:p>
        </p:txBody>
      </p:sp>
    </p:spTree>
    <p:extLst>
      <p:ext uri="{BB962C8B-B14F-4D97-AF65-F5344CB8AC3E}">
        <p14:creationId xmlns:p14="http://schemas.microsoft.com/office/powerpoint/2010/main" val="3610245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E6797D-4E8E-44E8-AB66-E487B741F217}"/>
              </a:ext>
            </a:extLst>
          </p:cNvPr>
          <p:cNvSpPr>
            <a:spLocks noGrp="1"/>
          </p:cNvSpPr>
          <p:nvPr>
            <p:ph type="title"/>
          </p:nvPr>
        </p:nvSpPr>
        <p:spPr>
          <a:xfrm>
            <a:off x="839788" y="457200"/>
            <a:ext cx="3932237" cy="937491"/>
          </a:xfrm>
        </p:spPr>
        <p:txBody>
          <a:bodyPr anchor="b">
            <a:noAutofit/>
          </a:bodyPr>
          <a:lstStyle>
            <a:lvl1pPr algn="l" defTabSz="914400" rtl="0" eaLnBrk="1" latinLnBrk="0" hangingPunct="1">
              <a:lnSpc>
                <a:spcPct val="90000"/>
              </a:lnSpc>
              <a:spcBef>
                <a:spcPct val="0"/>
              </a:spcBef>
              <a:buNone/>
              <a:defRPr lang="fr-FR" sz="3200" kern="1200" dirty="0">
                <a:solidFill>
                  <a:schemeClr val="tx1"/>
                </a:solidFill>
                <a:latin typeface="MADE Outer Sans" panose="02000505000000020004" pitchFamily="50" charset="0"/>
                <a:ea typeface="+mj-ea"/>
                <a:cs typeface="+mj-cs"/>
              </a:defRPr>
            </a:lvl1pPr>
          </a:lstStyle>
          <a:p>
            <a:r>
              <a:rPr lang="fr-FR"/>
              <a:t>Modifiez le style du titre</a:t>
            </a:r>
            <a:endParaRPr lang="fr-FR" dirty="0"/>
          </a:p>
        </p:txBody>
      </p:sp>
      <p:sp>
        <p:nvSpPr>
          <p:cNvPr id="3" name="Espace réservé du contenu 2">
            <a:extLst>
              <a:ext uri="{FF2B5EF4-FFF2-40B4-BE49-F238E27FC236}">
                <a16:creationId xmlns:a16="http://schemas.microsoft.com/office/drawing/2014/main" id="{A55DD8B0-9A4A-4231-8BE3-BE9B9AC314F8}"/>
              </a:ext>
            </a:extLst>
          </p:cNvPr>
          <p:cNvSpPr>
            <a:spLocks noGrp="1"/>
          </p:cNvSpPr>
          <p:nvPr>
            <p:ph idx="1"/>
          </p:nvPr>
        </p:nvSpPr>
        <p:spPr>
          <a:xfrm>
            <a:off x="5184000" y="457200"/>
            <a:ext cx="6172200" cy="5931529"/>
          </a:xfrm>
          <a:ln>
            <a:noFill/>
          </a:ln>
        </p:spPr>
        <p:txBody>
          <a:bodyPr>
            <a:normAutofit/>
          </a:bodyPr>
          <a:lstStyle>
            <a:lvl1pPr marL="358775" indent="-228600" algn="l" defTabSz="468000" rtl="0" eaLnBrk="1" latinLnBrk="0" hangingPunct="1">
              <a:lnSpc>
                <a:spcPct val="100000"/>
              </a:lnSpc>
              <a:spcBef>
                <a:spcPts val="1200"/>
              </a:spcBef>
              <a:buClr>
                <a:srgbClr val="D31019"/>
              </a:buClr>
              <a:buFont typeface="Wingdings" panose="05000000000000000000" pitchFamily="2" charset="2"/>
              <a:buChar char="§"/>
              <a:defRPr lang="fr-FR" sz="2400" kern="1200" dirty="0">
                <a:solidFill>
                  <a:schemeClr val="tx1"/>
                </a:solidFill>
                <a:latin typeface="Avenir Next LT Pro" panose="020B0504020202020204" pitchFamily="34" charset="0"/>
                <a:ea typeface="+mn-ea"/>
                <a:cs typeface="+mn-cs"/>
              </a:defRPr>
            </a:lvl1pPr>
            <a:lvl2pPr marL="536575" indent="-228600" algn="l" defTabSz="468000" rtl="0" eaLnBrk="1" latinLnBrk="0" hangingPunct="1">
              <a:lnSpc>
                <a:spcPct val="100000"/>
              </a:lnSpc>
              <a:spcBef>
                <a:spcPts val="1200"/>
              </a:spcBef>
              <a:buClr>
                <a:srgbClr val="D31019"/>
              </a:buClr>
              <a:buFont typeface="Wingdings" panose="05000000000000000000" pitchFamily="2" charset="2"/>
              <a:buChar char="§"/>
              <a:defRPr lang="fr-FR" sz="2400" kern="1200" dirty="0">
                <a:solidFill>
                  <a:schemeClr val="tx1"/>
                </a:solidFill>
                <a:latin typeface="Avenir Next LT Pro" panose="020B0504020202020204" pitchFamily="34" charset="0"/>
                <a:ea typeface="+mn-ea"/>
                <a:cs typeface="+mn-cs"/>
              </a:defRPr>
            </a:lvl2pPr>
            <a:lvl3pPr marL="715963" indent="-228600" algn="l" defTabSz="468000" rtl="0" eaLnBrk="1" latinLnBrk="0" hangingPunct="1">
              <a:lnSpc>
                <a:spcPct val="100000"/>
              </a:lnSpc>
              <a:spcBef>
                <a:spcPts val="1200"/>
              </a:spcBef>
              <a:buClr>
                <a:srgbClr val="D31019"/>
              </a:buClr>
              <a:buFont typeface="Wingdings" panose="05000000000000000000" pitchFamily="2" charset="2"/>
              <a:buChar char="§"/>
              <a:defRPr lang="fr-FR" sz="2000" kern="1200" dirty="0">
                <a:solidFill>
                  <a:schemeClr val="tx1"/>
                </a:solidFill>
                <a:latin typeface="Avenir Next LT Pro" panose="020B0504020202020204" pitchFamily="34" charset="0"/>
                <a:ea typeface="+mn-ea"/>
                <a:cs typeface="+mn-cs"/>
              </a:defRPr>
            </a:lvl3pPr>
            <a:lvl4pPr marL="895350" indent="-228600" algn="l" defTabSz="468000" rtl="0" eaLnBrk="1" latinLnBrk="0" hangingPunct="1">
              <a:lnSpc>
                <a:spcPct val="100000"/>
              </a:lnSpc>
              <a:spcBef>
                <a:spcPts val="1200"/>
              </a:spcBef>
              <a:buClr>
                <a:srgbClr val="D31019"/>
              </a:buClr>
              <a:buFont typeface="Wingdings" panose="05000000000000000000" pitchFamily="2" charset="2"/>
              <a:buChar char="§"/>
              <a:defRPr lang="fr-FR" sz="1800" kern="1200" dirty="0">
                <a:solidFill>
                  <a:schemeClr val="tx1"/>
                </a:solidFill>
                <a:latin typeface="Avenir Next LT Pro" panose="020B0504020202020204" pitchFamily="34" charset="0"/>
                <a:ea typeface="+mn-ea"/>
                <a:cs typeface="+mn-cs"/>
              </a:defRPr>
            </a:lvl4pPr>
            <a:lvl5pPr marL="1074738" indent="-228600" algn="l" defTabSz="468000" rtl="0" eaLnBrk="1" latinLnBrk="0" hangingPunct="1">
              <a:lnSpc>
                <a:spcPct val="100000"/>
              </a:lnSpc>
              <a:spcBef>
                <a:spcPts val="1200"/>
              </a:spcBef>
              <a:buClr>
                <a:srgbClr val="D31019"/>
              </a:buClr>
              <a:buFont typeface="Wingdings" panose="05000000000000000000" pitchFamily="2" charset="2"/>
              <a:buChar char="§"/>
              <a:defRPr lang="fr-FR" sz="1600" kern="1200" dirty="0">
                <a:solidFill>
                  <a:schemeClr val="tx1"/>
                </a:solidFill>
                <a:latin typeface="Avenir Next LT Pro" panose="020B0504020202020204" pitchFamily="34" charset="0"/>
                <a:ea typeface="+mn-ea"/>
                <a:cs typeface="+mn-cs"/>
              </a:defRPr>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texte 3">
            <a:extLst>
              <a:ext uri="{FF2B5EF4-FFF2-40B4-BE49-F238E27FC236}">
                <a16:creationId xmlns:a16="http://schemas.microsoft.com/office/drawing/2014/main" id="{0AB90F1F-C336-482B-A835-7639074B6456}"/>
              </a:ext>
            </a:extLst>
          </p:cNvPr>
          <p:cNvSpPr>
            <a:spLocks noGrp="1"/>
          </p:cNvSpPr>
          <p:nvPr>
            <p:ph type="body" sz="half" idx="2"/>
          </p:nvPr>
        </p:nvSpPr>
        <p:spPr>
          <a:xfrm>
            <a:off x="839788" y="1524243"/>
            <a:ext cx="3932237" cy="48644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9" name="Espace réservé du pied de page 5">
            <a:extLst>
              <a:ext uri="{FF2B5EF4-FFF2-40B4-BE49-F238E27FC236}">
                <a16:creationId xmlns:a16="http://schemas.microsoft.com/office/drawing/2014/main" id="{337BDF7A-B78B-49B3-9BB9-73272BB0AA27}"/>
              </a:ext>
            </a:extLst>
          </p:cNvPr>
          <p:cNvSpPr>
            <a:spLocks noGrp="1"/>
          </p:cNvSpPr>
          <p:nvPr>
            <p:ph type="ftr" sz="quarter" idx="10"/>
          </p:nvPr>
        </p:nvSpPr>
        <p:spPr>
          <a:xfrm>
            <a:off x="11887200" y="445147"/>
            <a:ext cx="235262" cy="5943583"/>
          </a:xfrm>
        </p:spPr>
        <p:txBody>
          <a:bodyPr/>
          <a:lstStyle>
            <a:lvl1pPr>
              <a:defRPr sz="900"/>
            </a:lvl1pPr>
          </a:lstStyle>
          <a:p>
            <a:r>
              <a:rPr lang="fr-FR"/>
              <a:t>Damien Chaney</a:t>
            </a:r>
          </a:p>
        </p:txBody>
      </p:sp>
      <p:sp>
        <p:nvSpPr>
          <p:cNvPr id="8" name="Rectangle 7">
            <a:extLst>
              <a:ext uri="{FF2B5EF4-FFF2-40B4-BE49-F238E27FC236}">
                <a16:creationId xmlns:a16="http://schemas.microsoft.com/office/drawing/2014/main" id="{E83321AD-A29C-4F83-A56F-A01DADD1A681}"/>
              </a:ext>
            </a:extLst>
          </p:cNvPr>
          <p:cNvSpPr/>
          <p:nvPr/>
        </p:nvSpPr>
        <p:spPr>
          <a:xfrm>
            <a:off x="0" y="6457950"/>
            <a:ext cx="12192000" cy="400050"/>
          </a:xfrm>
          <a:prstGeom prst="rect">
            <a:avLst/>
          </a:prstGeom>
          <a:solidFill>
            <a:srgbClr val="1A2B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F136F15D-C884-46ED-9774-2ADDBD4D4D40}"/>
              </a:ext>
            </a:extLst>
          </p:cNvPr>
          <p:cNvSpPr txBox="1"/>
          <p:nvPr/>
        </p:nvSpPr>
        <p:spPr>
          <a:xfrm>
            <a:off x="9803423" y="6527170"/>
            <a:ext cx="2239908" cy="261610"/>
          </a:xfrm>
          <a:prstGeom prst="rect">
            <a:avLst/>
          </a:prstGeom>
          <a:noFill/>
        </p:spPr>
        <p:txBody>
          <a:bodyPr wrap="square" rtlCol="0">
            <a:spAutoFit/>
          </a:bodyPr>
          <a:lstStyle/>
          <a:p>
            <a:r>
              <a:rPr lang="fr-FR" sz="1100" dirty="0">
                <a:solidFill>
                  <a:schemeClr val="bg1"/>
                </a:solidFill>
              </a:rPr>
              <a:t>EM Normandie Business School</a:t>
            </a:r>
          </a:p>
        </p:txBody>
      </p:sp>
      <p:sp>
        <p:nvSpPr>
          <p:cNvPr id="10" name="ZoneTexte 9">
            <a:extLst>
              <a:ext uri="{FF2B5EF4-FFF2-40B4-BE49-F238E27FC236}">
                <a16:creationId xmlns:a16="http://schemas.microsoft.com/office/drawing/2014/main" id="{AAC33E2B-E95D-4E35-B1DD-0509BBFFEB0D}"/>
              </a:ext>
            </a:extLst>
          </p:cNvPr>
          <p:cNvSpPr txBox="1"/>
          <p:nvPr/>
        </p:nvSpPr>
        <p:spPr>
          <a:xfrm>
            <a:off x="87490" y="6538111"/>
            <a:ext cx="4073236" cy="246221"/>
          </a:xfrm>
          <a:prstGeom prst="rect">
            <a:avLst/>
          </a:prstGeom>
          <a:noFill/>
        </p:spPr>
        <p:txBody>
          <a:bodyPr wrap="square" rtlCol="0">
            <a:spAutoFit/>
          </a:bodyPr>
          <a:lstStyle/>
          <a:p>
            <a:pPr algn="l"/>
            <a:r>
              <a:rPr lang="fr-FR" sz="1000" dirty="0">
                <a:solidFill>
                  <a:schemeClr val="bg1"/>
                </a:solidFill>
              </a:rPr>
              <a:t> © Tous droits réservés - All rights reserved - 2022</a:t>
            </a:r>
          </a:p>
        </p:txBody>
      </p:sp>
    </p:spTree>
    <p:extLst>
      <p:ext uri="{BB962C8B-B14F-4D97-AF65-F5344CB8AC3E}">
        <p14:creationId xmlns:p14="http://schemas.microsoft.com/office/powerpoint/2010/main" val="125762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rnière diapo">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EB34492-C01D-4ECB-B71B-E35B17ADFE3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12557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endParaRPr lang="fr-FR"/>
          </a:p>
        </p:txBody>
      </p:sp>
      <p:sp>
        <p:nvSpPr>
          <p:cNvPr id="3" name="Espace réservé du pied de page 2"/>
          <p:cNvSpPr>
            <a:spLocks noGrp="1"/>
          </p:cNvSpPr>
          <p:nvPr>
            <p:ph type="ftr" sz="quarter" idx="11"/>
          </p:nvPr>
        </p:nvSpPr>
        <p:spPr/>
        <p:txBody>
          <a:bodyPr/>
          <a:lstStyle/>
          <a:p>
            <a:r>
              <a:rPr lang="fr-FR"/>
              <a:t>Damien Chaney</a:t>
            </a:r>
          </a:p>
        </p:txBody>
      </p:sp>
      <p:sp>
        <p:nvSpPr>
          <p:cNvPr id="4" name="Espace réservé du numéro de diapositive 3"/>
          <p:cNvSpPr>
            <a:spLocks noGrp="1"/>
          </p:cNvSpPr>
          <p:nvPr>
            <p:ph type="sldNum" sz="quarter" idx="12"/>
          </p:nvPr>
        </p:nvSpPr>
        <p:spPr/>
        <p:txBody>
          <a:bodyPr/>
          <a:lstStyle/>
          <a:p>
            <a:fld id="{04FEB959-09FB-4843-ABC5-7E3F9C457176}" type="slidenum">
              <a:rPr lang="fr-FR" smtClean="0"/>
              <a:t>‹N°›</a:t>
            </a:fld>
            <a:endParaRPr lang="fr-FR"/>
          </a:p>
        </p:txBody>
      </p:sp>
    </p:spTree>
    <p:extLst>
      <p:ext uri="{BB962C8B-B14F-4D97-AF65-F5344CB8AC3E}">
        <p14:creationId xmlns:p14="http://schemas.microsoft.com/office/powerpoint/2010/main" val="2237371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AF6CC5A-5B4F-45B3-8A0E-DD3C49FF62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96A293E-6747-405B-A4E7-F16B27CF22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pied de page 4">
            <a:extLst>
              <a:ext uri="{FF2B5EF4-FFF2-40B4-BE49-F238E27FC236}">
                <a16:creationId xmlns:a16="http://schemas.microsoft.com/office/drawing/2014/main" id="{4D892BE9-37DC-42CE-AAA8-CC2FEADF306F}"/>
              </a:ext>
            </a:extLst>
          </p:cNvPr>
          <p:cNvSpPr>
            <a:spLocks noGrp="1"/>
          </p:cNvSpPr>
          <p:nvPr>
            <p:ph type="ftr" sz="quarter" idx="3"/>
          </p:nvPr>
        </p:nvSpPr>
        <p:spPr>
          <a:xfrm>
            <a:off x="11887199" y="523081"/>
            <a:ext cx="234462" cy="5811837"/>
          </a:xfrm>
          <a:prstGeom prst="rect">
            <a:avLst/>
          </a:prstGeom>
        </p:spPr>
        <p:txBody>
          <a:bodyPr vert="vert270" lIns="91440" tIns="45720" rIns="91440" bIns="45720" rtlCol="0" anchor="ctr"/>
          <a:lstStyle>
            <a:lvl1pPr algn="l">
              <a:defRPr sz="900">
                <a:solidFill>
                  <a:schemeClr val="tx1">
                    <a:tint val="75000"/>
                  </a:schemeClr>
                </a:solidFill>
              </a:defRPr>
            </a:lvl1pPr>
          </a:lstStyle>
          <a:p>
            <a:r>
              <a:rPr lang="fr-FR"/>
              <a:t>Damien Chaney</a:t>
            </a:r>
          </a:p>
        </p:txBody>
      </p:sp>
    </p:spTree>
    <p:extLst>
      <p:ext uri="{BB962C8B-B14F-4D97-AF65-F5344CB8AC3E}">
        <p14:creationId xmlns:p14="http://schemas.microsoft.com/office/powerpoint/2010/main" val="22468863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4"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6.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slideLayout" Target="../slideLayouts/slideLayout4.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6.pn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6.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5.png"/><Relationship Id="rId5" Type="http://schemas.openxmlformats.org/officeDocument/2006/relationships/slideLayout" Target="../slideLayouts/slideLayout4.xml"/><Relationship Id="rId4" Type="http://schemas.openxmlformats.org/officeDocument/2006/relationships/tags" Target="../tags/tag15.xml"/></Relationships>
</file>

<file path=ppt/slides/_rels/slide5.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5.png"/><Relationship Id="rId4"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5.png"/><Relationship Id="rId4"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5.png"/><Relationship Id="rId4"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7.jpe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5.png"/><Relationship Id="rId5" Type="http://schemas.openxmlformats.org/officeDocument/2006/relationships/notesSlide" Target="../notesSlides/notesSlide3.xml"/><Relationship Id="rId4"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5.png"/><Relationship Id="rId5" Type="http://schemas.openxmlformats.org/officeDocument/2006/relationships/notesSlide" Target="../notesSlides/notesSlide6.xml"/><Relationship Id="rId4"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5.png"/><Relationship Id="rId5" Type="http://schemas.openxmlformats.org/officeDocument/2006/relationships/notesSlide" Target="../notesSlides/notesSlide7.xml"/><Relationship Id="rId4"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notesSlide" Target="../notesSlides/notesSlide8.xml"/><Relationship Id="rId4"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42.xml"/><Relationship Id="rId7" Type="http://schemas.openxmlformats.org/officeDocument/2006/relationships/image" Target="../media/image5.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notesSlide" Target="../notesSlides/notesSlide9.xml"/><Relationship Id="rId5" Type="http://schemas.openxmlformats.org/officeDocument/2006/relationships/slideLayout" Target="../slideLayouts/slideLayout4.xml"/><Relationship Id="rId4" Type="http://schemas.openxmlformats.org/officeDocument/2006/relationships/tags" Target="../tags/tag43.xml"/></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46.xml"/><Relationship Id="rId7" Type="http://schemas.openxmlformats.org/officeDocument/2006/relationships/image" Target="../media/image5.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10.xml"/><Relationship Id="rId5" Type="http://schemas.openxmlformats.org/officeDocument/2006/relationships/slideLayout" Target="../slideLayouts/slideLayout4.xml"/><Relationship Id="rId4" Type="http://schemas.openxmlformats.org/officeDocument/2006/relationships/tags" Target="../tags/tag4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10.png"/><Relationship Id="rId4"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image" Target="../media/image11.jpe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6.png"/><Relationship Id="rId5" Type="http://schemas.openxmlformats.org/officeDocument/2006/relationships/notesSlide" Target="../notesSlides/notesSlide12.xml"/><Relationship Id="rId4"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15"/>
          <p:cNvCxnSpPr/>
          <p:nvPr>
            <p:custDataLst>
              <p:tags r:id="rId2"/>
            </p:custDataLst>
          </p:nvPr>
        </p:nvCxnSpPr>
        <p:spPr>
          <a:xfrm flipV="1">
            <a:off x="948134" y="3599643"/>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ctrTitle"/>
          </p:nvPr>
        </p:nvSpPr>
        <p:spPr/>
        <p:txBody>
          <a:bodyPr/>
          <a:lstStyle/>
          <a:p>
            <a:r>
              <a:rPr lang="fr-FR" dirty="0">
                <a:latin typeface="AvenirNext LT Pro Medium" panose="020B0604020202020204" pitchFamily="34" charset="0"/>
              </a:rPr>
              <a:t>Marketing relationnel</a:t>
            </a:r>
          </a:p>
        </p:txBody>
      </p:sp>
      <p:sp>
        <p:nvSpPr>
          <p:cNvPr id="11" name="Espace réservé du contenu 10"/>
          <p:cNvSpPr>
            <a:spLocks noGrp="1"/>
          </p:cNvSpPr>
          <p:nvPr>
            <p:ph type="subTitle" idx="1"/>
          </p:nvPr>
        </p:nvSpPr>
        <p:spPr>
          <a:xfrm>
            <a:off x="1524000" y="3841940"/>
            <a:ext cx="9144000" cy="1655762"/>
          </a:xfrm>
        </p:spPr>
        <p:txBody>
          <a:bodyPr>
            <a:normAutofit lnSpcReduction="10000"/>
          </a:bodyPr>
          <a:lstStyle/>
          <a:p>
            <a:r>
              <a:rPr lang="fr-FR" dirty="0">
                <a:latin typeface="AvenirNext LT Pro Medium" panose="020B0604020202020204" pitchFamily="34" charset="0"/>
              </a:rPr>
              <a:t>M2</a:t>
            </a:r>
          </a:p>
          <a:p>
            <a:r>
              <a:rPr lang="fr-FR">
                <a:latin typeface="AvenirNext LT Pro Medium" panose="020B0604020202020204" pitchFamily="34" charset="0"/>
              </a:rPr>
              <a:t>2024-2025</a:t>
            </a:r>
            <a:endParaRPr lang="fr-FR" dirty="0">
              <a:latin typeface="AvenirNext LT Pro Medium" panose="020B0604020202020204" pitchFamily="34" charset="0"/>
            </a:endParaRPr>
          </a:p>
          <a:p>
            <a:r>
              <a:rPr lang="fr-FR" dirty="0">
                <a:latin typeface="AvenirNext LT Pro Medium" panose="020B0604020202020204" pitchFamily="34" charset="0"/>
              </a:rPr>
              <a:t>Damien </a:t>
            </a:r>
            <a:r>
              <a:rPr lang="fr-FR" dirty="0" err="1">
                <a:latin typeface="AvenirNext LT Pro Medium" panose="020B0604020202020204" pitchFamily="34" charset="0"/>
              </a:rPr>
              <a:t>Chaney</a:t>
            </a:r>
            <a:endParaRPr lang="fr-FR" dirty="0">
              <a:latin typeface="AvenirNext LT Pro Medium" panose="020B0604020202020204" pitchFamily="34" charset="0"/>
            </a:endParaRPr>
          </a:p>
          <a:p>
            <a:r>
              <a:rPr lang="fr-FR" dirty="0">
                <a:latin typeface="AvenirNext LT Pro Medium" panose="020B0604020202020204" pitchFamily="34" charset="0"/>
              </a:rPr>
              <a:t>dchaney@em-normandie.fr</a:t>
            </a:r>
          </a:p>
        </p:txBody>
      </p:sp>
      <p:sp>
        <p:nvSpPr>
          <p:cNvPr id="2" name="Espace réservé du pied de page 1">
            <a:extLst>
              <a:ext uri="{FF2B5EF4-FFF2-40B4-BE49-F238E27FC236}">
                <a16:creationId xmlns:a16="http://schemas.microsoft.com/office/drawing/2014/main" id="{983F61AA-86F3-6A85-F68C-C3ACB5BD9FA8}"/>
              </a:ext>
            </a:extLst>
          </p:cNvPr>
          <p:cNvSpPr>
            <a:spLocks noGrp="1"/>
          </p:cNvSpPr>
          <p:nvPr>
            <p:ph type="ftr" sz="quarter" idx="10"/>
          </p:nvPr>
        </p:nvSpPr>
        <p:spPr/>
        <p:txBody>
          <a:bodyPr/>
          <a:lstStyle/>
          <a:p>
            <a:r>
              <a:rPr lang="fr-FR"/>
              <a:t>Damien Chaney</a:t>
            </a:r>
          </a:p>
        </p:txBody>
      </p:sp>
      <p:sp>
        <p:nvSpPr>
          <p:cNvPr id="4" name="Rectangle 3">
            <a:extLst>
              <a:ext uri="{FF2B5EF4-FFF2-40B4-BE49-F238E27FC236}">
                <a16:creationId xmlns:a16="http://schemas.microsoft.com/office/drawing/2014/main" id="{2E8D382A-8630-B89F-B8F1-68E5815EF7D3}"/>
              </a:ext>
            </a:extLst>
          </p:cNvPr>
          <p:cNvSpPr/>
          <p:nvPr/>
        </p:nvSpPr>
        <p:spPr>
          <a:xfrm>
            <a:off x="5974813" y="3244334"/>
            <a:ext cx="242374" cy="369332"/>
          </a:xfrm>
          <a:prstGeom prst="rect">
            <a:avLst/>
          </a:prstGeom>
        </p:spPr>
        <p:txBody>
          <a:bodyPr wrap="none">
            <a:spAutoFit/>
          </a:bodyPr>
          <a:lstStyle/>
          <a:p>
            <a:r>
              <a:rPr lang="fr-FR"/>
              <a:t> </a:t>
            </a:r>
          </a:p>
        </p:txBody>
      </p:sp>
    </p:spTree>
    <p:extLst>
      <p:ext uri="{BB962C8B-B14F-4D97-AF65-F5344CB8AC3E}">
        <p14:creationId xmlns:p14="http://schemas.microsoft.com/office/powerpoint/2010/main" val="1385129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68393"/>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4472489" y="4092210"/>
            <a:ext cx="5796349" cy="912925"/>
          </a:xfrm>
          <a:prstGeom prst="rect">
            <a:avLst/>
          </a:prstGeom>
          <a:effectLst/>
        </p:spPr>
      </p:pic>
      <p:cxnSp>
        <p:nvCxnSpPr>
          <p:cNvPr id="16" name="Connecteur droit 15"/>
          <p:cNvCxnSpPr/>
          <p:nvPr>
            <p:custDataLst>
              <p:tags r:id="rId4"/>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Présentation générale du cours</a:t>
            </a:r>
          </a:p>
        </p:txBody>
      </p:sp>
      <p:sp>
        <p:nvSpPr>
          <p:cNvPr id="11" name="Espace réservé du contenu 10"/>
          <p:cNvSpPr>
            <a:spLocks noGrp="1"/>
          </p:cNvSpPr>
          <p:nvPr>
            <p:ph idx="1"/>
          </p:nvPr>
        </p:nvSpPr>
        <p:spPr>
          <a:xfrm>
            <a:off x="838200" y="1690688"/>
            <a:ext cx="10515600" cy="3613410"/>
          </a:xfrm>
        </p:spPr>
        <p:txBody>
          <a:bodyPr>
            <a:normAutofit fontScale="92500"/>
          </a:bodyPr>
          <a:lstStyle/>
          <a:p>
            <a:pPr marL="0" indent="0">
              <a:buNone/>
            </a:pPr>
            <a:r>
              <a:rPr lang="fr-FR" dirty="0"/>
              <a:t>L’état d’esprit du cours vise la mise en valeur des facteurs clés de succès d’une démarche de marketing relationnel rentable pour l’entreprise, en faisant un maillage entre la théorie et la pratique</a:t>
            </a:r>
          </a:p>
          <a:p>
            <a:pPr marL="0" indent="0">
              <a:buNone/>
            </a:pPr>
            <a:endParaRPr lang="fr-FR" dirty="0"/>
          </a:p>
          <a:p>
            <a:pPr marL="0" indent="0">
              <a:buNone/>
            </a:pPr>
            <a:r>
              <a:rPr lang="fr-FR" dirty="0" err="1"/>
              <a:t>Pré-requis</a:t>
            </a:r>
            <a:r>
              <a:rPr lang="fr-FR" dirty="0"/>
              <a:t>: marketing opérationnel et stratégique</a:t>
            </a:r>
          </a:p>
        </p:txBody>
      </p:sp>
      <p:sp>
        <p:nvSpPr>
          <p:cNvPr id="2" name="Espace réservé du pied de page 1">
            <a:extLst>
              <a:ext uri="{FF2B5EF4-FFF2-40B4-BE49-F238E27FC236}">
                <a16:creationId xmlns:a16="http://schemas.microsoft.com/office/drawing/2014/main" id="{43D3BD77-1119-C360-2A74-E44F9BED4F3F}"/>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249409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4"/>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4472489" y="4092210"/>
            <a:ext cx="5796349" cy="912925"/>
          </a:xfrm>
          <a:prstGeom prst="rect">
            <a:avLst/>
          </a:prstGeom>
          <a:effectLst/>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Objectifs du cours</a:t>
            </a:r>
          </a:p>
        </p:txBody>
      </p:sp>
      <p:sp>
        <p:nvSpPr>
          <p:cNvPr id="11" name="Espace réservé du contenu 10"/>
          <p:cNvSpPr>
            <a:spLocks noGrp="1"/>
          </p:cNvSpPr>
          <p:nvPr>
            <p:ph idx="1"/>
          </p:nvPr>
        </p:nvSpPr>
        <p:spPr>
          <a:xfrm>
            <a:off x="838200" y="1690688"/>
            <a:ext cx="10515600" cy="4128610"/>
          </a:xfrm>
        </p:spPr>
        <p:txBody>
          <a:bodyPr>
            <a:normAutofit fontScale="70000" lnSpcReduction="20000"/>
          </a:bodyPr>
          <a:lstStyle/>
          <a:p>
            <a:pPr lvl="0"/>
            <a:r>
              <a:rPr lang="fr-FR" dirty="0"/>
              <a:t>Learning objectives: </a:t>
            </a:r>
          </a:p>
          <a:p>
            <a:pPr lvl="1"/>
            <a:r>
              <a:rPr lang="fr-FR" sz="2700" dirty="0"/>
              <a:t>Définir et analyser un plan marketing relationnel</a:t>
            </a:r>
          </a:p>
          <a:p>
            <a:pPr lvl="1"/>
            <a:r>
              <a:rPr lang="fr-FR" sz="2700" dirty="0"/>
              <a:t>Savoir résoudre un problème de manière efficiente</a:t>
            </a:r>
          </a:p>
          <a:p>
            <a:pPr lvl="1"/>
            <a:r>
              <a:rPr lang="fr-FR" sz="2700" dirty="0"/>
              <a:t>Mettre en pratique ses connaissances pour satisfaire les attentes du monde professionnel</a:t>
            </a:r>
          </a:p>
          <a:p>
            <a:r>
              <a:rPr lang="fr-FR" dirty="0"/>
              <a:t>Objectifs spécifiques: </a:t>
            </a:r>
          </a:p>
          <a:p>
            <a:pPr lvl="1"/>
            <a:r>
              <a:rPr lang="fr-FR" sz="2700" dirty="0"/>
              <a:t>Etre capable de saisir la portée et l’impact du marketing relationnel pour une entreprise</a:t>
            </a:r>
          </a:p>
          <a:p>
            <a:pPr lvl="1"/>
            <a:r>
              <a:rPr lang="fr-FR" sz="2700" dirty="0"/>
              <a:t>Etre capable de cartographier les parcours client</a:t>
            </a:r>
          </a:p>
          <a:p>
            <a:pPr lvl="1"/>
            <a:r>
              <a:rPr lang="fr-FR" sz="2700" dirty="0"/>
              <a:t>Etre capable d’établir une stratégie relationnelle et un plan de collecte des données</a:t>
            </a:r>
          </a:p>
          <a:p>
            <a:pPr lvl="1"/>
            <a:r>
              <a:rPr lang="fr-FR" sz="2700" dirty="0"/>
              <a:t>Etre capable de déployer un plan de marketing relationnel </a:t>
            </a:r>
          </a:p>
        </p:txBody>
      </p:sp>
      <p:sp>
        <p:nvSpPr>
          <p:cNvPr id="2" name="Espace réservé du pied de page 1">
            <a:extLst>
              <a:ext uri="{FF2B5EF4-FFF2-40B4-BE49-F238E27FC236}">
                <a16:creationId xmlns:a16="http://schemas.microsoft.com/office/drawing/2014/main" id="{0E23DF2B-DC74-9514-DA43-18AA9B825139}"/>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1707062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4472489" y="4092210"/>
            <a:ext cx="5796349" cy="912925"/>
          </a:xfrm>
          <a:prstGeom prst="rect">
            <a:avLst/>
          </a:prstGeom>
          <a:effectLst/>
        </p:spPr>
      </p:pic>
      <p:cxnSp>
        <p:nvCxnSpPr>
          <p:cNvPr id="16" name="Connecteur droit 15"/>
          <p:cNvCxnSpPr/>
          <p:nvPr>
            <p:custDataLst>
              <p:tags r:id="rId4"/>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Références bibliographiques</a:t>
            </a:r>
          </a:p>
        </p:txBody>
      </p:sp>
      <p:sp>
        <p:nvSpPr>
          <p:cNvPr id="11" name="Espace réservé du contenu 10"/>
          <p:cNvSpPr>
            <a:spLocks noGrp="1"/>
          </p:cNvSpPr>
          <p:nvPr>
            <p:ph idx="1"/>
          </p:nvPr>
        </p:nvSpPr>
        <p:spPr/>
        <p:txBody>
          <a:bodyPr>
            <a:normAutofit/>
          </a:bodyPr>
          <a:lstStyle/>
          <a:p>
            <a:pPr>
              <a:buFont typeface="Wingdings" panose="05000000000000000000" pitchFamily="2" charset="2"/>
              <a:buChar char="Ø"/>
            </a:pPr>
            <a:r>
              <a:rPr lang="fr-FR" dirty="0"/>
              <a:t>Ray, D. et </a:t>
            </a:r>
            <a:r>
              <a:rPr lang="fr-FR" dirty="0" err="1"/>
              <a:t>Sabadie</a:t>
            </a:r>
            <a:r>
              <a:rPr lang="fr-FR" dirty="0"/>
              <a:t>, W. (2016). Le marketing relationnel : Rentabiliser les politiques de satisfaction, fidélité, réclamation, Paris: Dunod.</a:t>
            </a:r>
          </a:p>
          <a:p>
            <a:pPr>
              <a:buFont typeface="Wingdings" panose="05000000000000000000" pitchFamily="2" charset="2"/>
              <a:buChar char="Ø"/>
            </a:pPr>
            <a:r>
              <a:rPr lang="fr-FR" dirty="0"/>
              <a:t>Volle, P. et </a:t>
            </a:r>
            <a:r>
              <a:rPr lang="fr-FR" dirty="0" err="1"/>
              <a:t>Jallat</a:t>
            </a:r>
            <a:r>
              <a:rPr lang="fr-FR" dirty="0"/>
              <a:t>, F. (2018). Gestion de la relation client, Paris: Pearson. </a:t>
            </a:r>
          </a:p>
          <a:p>
            <a:pPr>
              <a:buFont typeface="Wingdings" panose="05000000000000000000" pitchFamily="2" charset="2"/>
              <a:buChar char="Ø"/>
            </a:pPr>
            <a:r>
              <a:rPr lang="fr-FR" dirty="0"/>
              <a:t>Body, L. et </a:t>
            </a:r>
            <a:r>
              <a:rPr lang="fr-FR" dirty="0" err="1"/>
              <a:t>Tallec</a:t>
            </a:r>
            <a:r>
              <a:rPr lang="fr-FR" dirty="0"/>
              <a:t>, C. (2015). L'expérience client, Paris: Eyrolles. </a:t>
            </a:r>
          </a:p>
        </p:txBody>
      </p:sp>
      <p:sp>
        <p:nvSpPr>
          <p:cNvPr id="2" name="Espace réservé du pied de page 1">
            <a:extLst>
              <a:ext uri="{FF2B5EF4-FFF2-40B4-BE49-F238E27FC236}">
                <a16:creationId xmlns:a16="http://schemas.microsoft.com/office/drawing/2014/main" id="{C018C435-4F55-70F9-4731-CD6F20CFAF42}"/>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2534959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Modes d’évaluation</a:t>
            </a:r>
          </a:p>
        </p:txBody>
      </p:sp>
      <p:sp>
        <p:nvSpPr>
          <p:cNvPr id="11" name="Espace réservé du contenu 10"/>
          <p:cNvSpPr>
            <a:spLocks noGrp="1"/>
          </p:cNvSpPr>
          <p:nvPr>
            <p:ph idx="1"/>
          </p:nvPr>
        </p:nvSpPr>
        <p:spPr/>
        <p:txBody>
          <a:bodyPr/>
          <a:lstStyle/>
          <a:p>
            <a:r>
              <a:rPr lang="fr-FR" dirty="0">
                <a:solidFill>
                  <a:srgbClr val="92D050"/>
                </a:solidFill>
                <a:latin typeface="AvenirNext LT Pro Medium" panose="020B0604020202020204" pitchFamily="34" charset="0"/>
              </a:rPr>
              <a:t>Contrôle continu (40%)</a:t>
            </a:r>
          </a:p>
          <a:p>
            <a:endParaRPr lang="fr-FR" dirty="0">
              <a:latin typeface="AvenirNext LT Pro Medium" panose="020B0604020202020204" pitchFamily="34" charset="0"/>
            </a:endParaRPr>
          </a:p>
          <a:p>
            <a:r>
              <a:rPr lang="fr-FR" dirty="0">
                <a:solidFill>
                  <a:srgbClr val="FF0000"/>
                </a:solidFill>
                <a:latin typeface="AvenirNext LT Pro Medium" panose="020B0604020202020204" pitchFamily="34" charset="0"/>
              </a:rPr>
              <a:t>Examen final (60%)</a:t>
            </a:r>
          </a:p>
        </p:txBody>
      </p:sp>
      <p:sp>
        <p:nvSpPr>
          <p:cNvPr id="2" name="Espace réservé du pied de page 1">
            <a:extLst>
              <a:ext uri="{FF2B5EF4-FFF2-40B4-BE49-F238E27FC236}">
                <a16:creationId xmlns:a16="http://schemas.microsoft.com/office/drawing/2014/main" id="{1AF6AA38-31FD-3384-555A-B00608A4D434}"/>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947024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cxnSp>
        <p:nvCxnSpPr>
          <p:cNvPr id="16" name="Connecteur droit 15"/>
          <p:cNvCxnSpPr/>
          <p:nvPr>
            <p:custDataLst>
              <p:tags r:id="rId3"/>
            </p:custDataLst>
          </p:nvPr>
        </p:nvCxnSpPr>
        <p:spPr>
          <a:xfrm flipV="1">
            <a:off x="713657" y="3417252"/>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346841" y="2332899"/>
            <a:ext cx="11734376" cy="1325563"/>
          </a:xfrm>
        </p:spPr>
        <p:txBody>
          <a:bodyPr/>
          <a:lstStyle/>
          <a:p>
            <a:r>
              <a:rPr lang="fr-FR" dirty="0">
                <a:latin typeface="AvenirNext LT Pro Medium" panose="020B0604020202020204" pitchFamily="34" charset="0"/>
              </a:rPr>
              <a:t>1. Les fondamentaux du marketing relationnel</a:t>
            </a:r>
          </a:p>
        </p:txBody>
      </p:sp>
      <p:sp>
        <p:nvSpPr>
          <p:cNvPr id="2" name="Espace réservé du pied de page 1">
            <a:extLst>
              <a:ext uri="{FF2B5EF4-FFF2-40B4-BE49-F238E27FC236}">
                <a16:creationId xmlns:a16="http://schemas.microsoft.com/office/drawing/2014/main" id="{97EF43EF-9F25-BBAE-032C-301AE40AB96A}"/>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2155083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Les fondements du marketing relationnel</a:t>
            </a:r>
          </a:p>
        </p:txBody>
      </p:sp>
      <p:sp>
        <p:nvSpPr>
          <p:cNvPr id="11" name="Espace réservé du contenu 10"/>
          <p:cNvSpPr>
            <a:spLocks noGrp="1"/>
          </p:cNvSpPr>
          <p:nvPr>
            <p:ph idx="1"/>
          </p:nvPr>
        </p:nvSpPr>
        <p:spPr/>
        <p:txBody>
          <a:bodyPr/>
          <a:lstStyle/>
          <a:p>
            <a:r>
              <a:rPr lang="fr-FR" dirty="0">
                <a:latin typeface="AvenirNext LT Pro Medium" panose="020B0604020202020204" pitchFamily="34" charset="0"/>
              </a:rPr>
              <a:t>Marketing relationnel = conséquences de changements...</a:t>
            </a:r>
          </a:p>
          <a:p>
            <a:pPr lvl="1"/>
            <a:r>
              <a:rPr lang="fr-FR" dirty="0">
                <a:latin typeface="AvenirNext LT Pro Medium" panose="020B0604020202020204" pitchFamily="34" charset="0"/>
              </a:rPr>
              <a:t>Changements liés aux consommateurs</a:t>
            </a:r>
          </a:p>
          <a:p>
            <a:pPr lvl="1"/>
            <a:r>
              <a:rPr lang="fr-FR" dirty="0">
                <a:latin typeface="AvenirNext LT Pro Medium" panose="020B0604020202020204" pitchFamily="34" charset="0"/>
              </a:rPr>
              <a:t>Changements liés aux marchés</a:t>
            </a:r>
          </a:p>
          <a:p>
            <a:pPr lvl="1"/>
            <a:r>
              <a:rPr lang="fr-FR" dirty="0">
                <a:latin typeface="AvenirNext LT Pro Medium" panose="020B0604020202020204" pitchFamily="34" charset="0"/>
              </a:rPr>
              <a:t>Changements liés à la pratique du marketing</a:t>
            </a:r>
          </a:p>
        </p:txBody>
      </p:sp>
      <p:sp>
        <p:nvSpPr>
          <p:cNvPr id="2" name="Espace réservé du pied de page 1">
            <a:extLst>
              <a:ext uri="{FF2B5EF4-FFF2-40B4-BE49-F238E27FC236}">
                <a16:creationId xmlns:a16="http://schemas.microsoft.com/office/drawing/2014/main" id="{8CD5C4E8-62C3-0ACB-D6C7-B175E3A0C014}"/>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227178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wipe(down)">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down)">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wipe(down)">
                                      <p:cBhvr>
                                        <p:cTn id="17"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Les fondements du marketing relationnel</a:t>
            </a:r>
          </a:p>
        </p:txBody>
      </p:sp>
      <p:sp>
        <p:nvSpPr>
          <p:cNvPr id="11" name="Espace réservé du contenu 10"/>
          <p:cNvSpPr>
            <a:spLocks noGrp="1"/>
          </p:cNvSpPr>
          <p:nvPr>
            <p:ph idx="1"/>
          </p:nvPr>
        </p:nvSpPr>
        <p:spPr/>
        <p:txBody>
          <a:bodyPr/>
          <a:lstStyle/>
          <a:p>
            <a:pPr marL="228600" lvl="1">
              <a:spcBef>
                <a:spcPts val="1000"/>
              </a:spcBef>
            </a:pPr>
            <a:r>
              <a:rPr lang="fr-FR" dirty="0">
                <a:latin typeface="AvenirNext LT Pro Medium" panose="020B0604020202020204" pitchFamily="34" charset="0"/>
              </a:rPr>
              <a:t>Changements liés aux consommateurs</a:t>
            </a:r>
          </a:p>
          <a:p>
            <a:pPr marL="685800" lvl="2">
              <a:spcBef>
                <a:spcPts val="1000"/>
              </a:spcBef>
            </a:pPr>
            <a:r>
              <a:rPr lang="fr-FR" dirty="0">
                <a:latin typeface="AvenirNext LT Pro Medium" panose="020B0604020202020204" pitchFamily="34" charset="0"/>
              </a:rPr>
              <a:t>Des sociétés de plus en plus diversifiées d’un point de vue culturel </a:t>
            </a:r>
          </a:p>
          <a:p>
            <a:pPr marL="685800" lvl="2">
              <a:spcBef>
                <a:spcPts val="1000"/>
              </a:spcBef>
            </a:pPr>
            <a:r>
              <a:rPr lang="fr-FR" dirty="0">
                <a:latin typeface="AvenirNext LT Pro Medium" panose="020B0604020202020204" pitchFamily="34" charset="0"/>
              </a:rPr>
              <a:t>Des modes de consommation de plus en plus variés et uniques</a:t>
            </a:r>
          </a:p>
          <a:p>
            <a:pPr marL="685800" lvl="2">
              <a:spcBef>
                <a:spcPts val="1000"/>
              </a:spcBef>
            </a:pPr>
            <a:endParaRPr lang="fr-FR" dirty="0">
              <a:latin typeface="AvenirNext LT Pro Medium" panose="020B0604020202020204" pitchFamily="34" charset="0"/>
            </a:endParaRPr>
          </a:p>
        </p:txBody>
      </p:sp>
      <p:sp>
        <p:nvSpPr>
          <p:cNvPr id="5" name="ZoneTexte 4"/>
          <p:cNvSpPr txBox="1"/>
          <p:nvPr/>
        </p:nvSpPr>
        <p:spPr>
          <a:xfrm>
            <a:off x="155731" y="4612633"/>
            <a:ext cx="8460008" cy="477054"/>
          </a:xfrm>
          <a:prstGeom prst="rect">
            <a:avLst/>
          </a:prstGeom>
          <a:noFill/>
        </p:spPr>
        <p:txBody>
          <a:bodyPr wrap="none" rtlCol="0">
            <a:spAutoFit/>
          </a:bodyPr>
          <a:lstStyle/>
          <a:p>
            <a:r>
              <a:rPr lang="fr-FR" sz="2500" b="1" dirty="0"/>
              <a:t>Demande de plus en plus hétérogène, individualisée</a:t>
            </a:r>
          </a:p>
        </p:txBody>
      </p:sp>
      <p:sp>
        <p:nvSpPr>
          <p:cNvPr id="2" name="Flèche courbée vers la gauche 1"/>
          <p:cNvSpPr/>
          <p:nvPr/>
        </p:nvSpPr>
        <p:spPr>
          <a:xfrm>
            <a:off x="9960626" y="2315669"/>
            <a:ext cx="1146412" cy="230490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Espace réservé du pied de page 5">
            <a:extLst>
              <a:ext uri="{FF2B5EF4-FFF2-40B4-BE49-F238E27FC236}">
                <a16:creationId xmlns:a16="http://schemas.microsoft.com/office/drawing/2014/main" id="{2670D379-3446-5441-2BB7-39B41378343C}"/>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274711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wipe(down)">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down)">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Les fondements du marketing relationnel</a:t>
            </a:r>
          </a:p>
        </p:txBody>
      </p:sp>
      <p:sp>
        <p:nvSpPr>
          <p:cNvPr id="11" name="Espace réservé du contenu 10"/>
          <p:cNvSpPr>
            <a:spLocks noGrp="1"/>
          </p:cNvSpPr>
          <p:nvPr>
            <p:ph idx="1"/>
          </p:nvPr>
        </p:nvSpPr>
        <p:spPr/>
        <p:txBody>
          <a:bodyPr/>
          <a:lstStyle/>
          <a:p>
            <a:pPr marL="228600" lvl="1">
              <a:spcBef>
                <a:spcPts val="1000"/>
              </a:spcBef>
            </a:pPr>
            <a:r>
              <a:rPr lang="fr-FR" dirty="0">
                <a:latin typeface="AvenirNext LT Pro Medium" panose="020B0604020202020204" pitchFamily="34" charset="0"/>
              </a:rPr>
              <a:t>Changements liés aux marchés</a:t>
            </a:r>
          </a:p>
          <a:p>
            <a:pPr marL="685800" lvl="2">
              <a:spcBef>
                <a:spcPts val="1000"/>
              </a:spcBef>
            </a:pPr>
            <a:r>
              <a:rPr lang="fr-FR" dirty="0">
                <a:latin typeface="AvenirNext LT Pro Medium" panose="020B0604020202020204" pitchFamily="34" charset="0"/>
              </a:rPr>
              <a:t>Une concurrence exacerbée</a:t>
            </a:r>
          </a:p>
          <a:p>
            <a:pPr marL="685800" lvl="2">
              <a:spcBef>
                <a:spcPts val="1000"/>
              </a:spcBef>
            </a:pPr>
            <a:r>
              <a:rPr lang="fr-FR" dirty="0">
                <a:latin typeface="AvenirNext LT Pro Medium" panose="020B0604020202020204" pitchFamily="34" charset="0"/>
              </a:rPr>
              <a:t>Une différenciation produits de plus en plus difficile</a:t>
            </a:r>
          </a:p>
          <a:p>
            <a:pPr marL="685800" lvl="2">
              <a:spcBef>
                <a:spcPts val="1000"/>
              </a:spcBef>
            </a:pPr>
            <a:endParaRPr lang="fr-FR" dirty="0">
              <a:latin typeface="AvenirNext LT Pro Medium" panose="020B0604020202020204" pitchFamily="34" charset="0"/>
            </a:endParaRPr>
          </a:p>
        </p:txBody>
      </p:sp>
      <p:sp>
        <p:nvSpPr>
          <p:cNvPr id="2" name="Flèche courbée vers la gauche 1"/>
          <p:cNvSpPr/>
          <p:nvPr/>
        </p:nvSpPr>
        <p:spPr>
          <a:xfrm>
            <a:off x="7287904" y="1825625"/>
            <a:ext cx="1146412" cy="205827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 name="ZoneTexte 4"/>
          <p:cNvSpPr txBox="1"/>
          <p:nvPr/>
        </p:nvSpPr>
        <p:spPr>
          <a:xfrm>
            <a:off x="2033550" y="3550740"/>
            <a:ext cx="4669740" cy="477054"/>
          </a:xfrm>
          <a:prstGeom prst="rect">
            <a:avLst/>
          </a:prstGeom>
          <a:noFill/>
        </p:spPr>
        <p:txBody>
          <a:bodyPr wrap="none" rtlCol="0">
            <a:spAutoFit/>
          </a:bodyPr>
          <a:lstStyle/>
          <a:p>
            <a:r>
              <a:rPr lang="fr-FR" sz="2500" b="1" dirty="0"/>
              <a:t>Besoin de se tourner vers le client</a:t>
            </a:r>
          </a:p>
        </p:txBody>
      </p:sp>
      <p:pic>
        <p:nvPicPr>
          <p:cNvPr id="2050" name="Picture 2" descr="Oser Être Différent Vecteurs libres de droits et plus d'images vectorielles  de Abstrait - iStoc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12106" y="2247337"/>
            <a:ext cx="3279324" cy="2606807"/>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pied de page 5">
            <a:extLst>
              <a:ext uri="{FF2B5EF4-FFF2-40B4-BE49-F238E27FC236}">
                <a16:creationId xmlns:a16="http://schemas.microsoft.com/office/drawing/2014/main" id="{20D77881-D7DE-7BC7-B699-B77C9651EF81}"/>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150378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wipe(down)">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down)">
                                      <p:cBhvr>
                                        <p:cTn id="12" dur="500"/>
                                        <p:tgtEl>
                                          <p:spTgt spid="11">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wipe(down)">
                                      <p:cBhvr>
                                        <p:cTn id="15" dur="500"/>
                                        <p:tgtEl>
                                          <p:spTgt spid="205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duct Driven Lead Generation and Sales Driven Product Development | by  SandBox Commerce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1545" y="722195"/>
            <a:ext cx="8374276" cy="4789604"/>
          </a:xfrm>
          <a:prstGeom prst="rect">
            <a:avLst/>
          </a:prstGeom>
          <a:noFill/>
          <a:extLst>
            <a:ext uri="{909E8E84-426E-40DD-AFC4-6F175D3DCCD1}">
              <a14:hiddenFill xmlns:a14="http://schemas.microsoft.com/office/drawing/2010/main">
                <a:solidFill>
                  <a:srgbClr val="FFFFFF"/>
                </a:solidFill>
              </a14:hiddenFill>
            </a:ext>
          </a:extLst>
        </p:spPr>
      </p:pic>
      <p:sp useBgFill="1">
        <p:nvSpPr>
          <p:cNvPr id="3" name="Rectangle 2"/>
          <p:cNvSpPr/>
          <p:nvPr/>
        </p:nvSpPr>
        <p:spPr>
          <a:xfrm>
            <a:off x="5854890" y="341194"/>
            <a:ext cx="4926841" cy="60151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pied de page 3">
            <a:extLst>
              <a:ext uri="{FF2B5EF4-FFF2-40B4-BE49-F238E27FC236}">
                <a16:creationId xmlns:a16="http://schemas.microsoft.com/office/drawing/2014/main" id="{A71519BB-5F55-6286-0DB4-994F16A919CE}"/>
              </a:ext>
            </a:extLst>
          </p:cNvPr>
          <p:cNvSpPr>
            <a:spLocks noGrp="1"/>
          </p:cNvSpPr>
          <p:nvPr>
            <p:ph type="ftr" sz="quarter" idx="11"/>
          </p:nvPr>
        </p:nvSpPr>
        <p:spPr/>
        <p:txBody>
          <a:bodyPr/>
          <a:lstStyle/>
          <a:p>
            <a:r>
              <a:rPr lang="fr-FR"/>
              <a:t>Damien Chaney</a:t>
            </a:r>
          </a:p>
        </p:txBody>
      </p:sp>
    </p:spTree>
    <p:extLst>
      <p:ext uri="{BB962C8B-B14F-4D97-AF65-F5344CB8AC3E}">
        <p14:creationId xmlns:p14="http://schemas.microsoft.com/office/powerpoint/2010/main" val="1182309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duct Driven Lead Generation and Sales Driven Product Development | by  SandBox Commerce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1545" y="722195"/>
            <a:ext cx="8374276" cy="4789604"/>
          </a:xfrm>
          <a:prstGeom prst="rect">
            <a:avLst/>
          </a:prstGeom>
          <a:noFill/>
          <a:extLst>
            <a:ext uri="{909E8E84-426E-40DD-AFC4-6F175D3DCCD1}">
              <a14:hiddenFill xmlns:a14="http://schemas.microsoft.com/office/drawing/2010/main">
                <a:solidFill>
                  <a:srgbClr val="FFFFFF"/>
                </a:solidFill>
              </a14:hiddenFill>
            </a:ext>
          </a:extLst>
        </p:spPr>
      </p:pic>
      <p:sp>
        <p:nvSpPr>
          <p:cNvPr id="4" name="Flèche : courbe vers la gauche 3">
            <a:extLst>
              <a:ext uri="{FF2B5EF4-FFF2-40B4-BE49-F238E27FC236}">
                <a16:creationId xmlns:a16="http://schemas.microsoft.com/office/drawing/2014/main" id="{9E2CAD6C-DC79-4C83-BBDB-8DDD3784B140}"/>
              </a:ext>
            </a:extLst>
          </p:cNvPr>
          <p:cNvSpPr/>
          <p:nvPr/>
        </p:nvSpPr>
        <p:spPr>
          <a:xfrm rot="16200000">
            <a:off x="5577840" y="-320040"/>
            <a:ext cx="720090" cy="187452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 name="Espace réservé du pied de page 2">
            <a:extLst>
              <a:ext uri="{FF2B5EF4-FFF2-40B4-BE49-F238E27FC236}">
                <a16:creationId xmlns:a16="http://schemas.microsoft.com/office/drawing/2014/main" id="{E7936352-B669-587F-7D8E-4FC04DFD7041}"/>
              </a:ext>
            </a:extLst>
          </p:cNvPr>
          <p:cNvSpPr>
            <a:spLocks noGrp="1"/>
          </p:cNvSpPr>
          <p:nvPr>
            <p:ph type="ftr" sz="quarter" idx="11"/>
          </p:nvPr>
        </p:nvSpPr>
        <p:spPr/>
        <p:txBody>
          <a:bodyPr/>
          <a:lstStyle/>
          <a:p>
            <a:r>
              <a:rPr lang="fr-FR"/>
              <a:t>Damien Chaney</a:t>
            </a:r>
          </a:p>
        </p:txBody>
      </p:sp>
    </p:spTree>
    <p:extLst>
      <p:ext uri="{BB962C8B-B14F-4D97-AF65-F5344CB8AC3E}">
        <p14:creationId xmlns:p14="http://schemas.microsoft.com/office/powerpoint/2010/main" val="76149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Les fondements du marketing relationnel</a:t>
            </a:r>
          </a:p>
        </p:txBody>
      </p:sp>
      <p:sp>
        <p:nvSpPr>
          <p:cNvPr id="11" name="Espace réservé du contenu 10"/>
          <p:cNvSpPr>
            <a:spLocks noGrp="1"/>
          </p:cNvSpPr>
          <p:nvPr>
            <p:ph idx="1"/>
          </p:nvPr>
        </p:nvSpPr>
        <p:spPr/>
        <p:txBody>
          <a:bodyPr/>
          <a:lstStyle/>
          <a:p>
            <a:pPr marL="228600" lvl="1">
              <a:spcBef>
                <a:spcPts val="1000"/>
              </a:spcBef>
            </a:pPr>
            <a:r>
              <a:rPr lang="fr-FR" dirty="0">
                <a:latin typeface="AvenirNext LT Pro Medium" panose="020B0604020202020204" pitchFamily="34" charset="0"/>
              </a:rPr>
              <a:t>Changements liés à la pratique du marketing </a:t>
            </a:r>
          </a:p>
          <a:p>
            <a:pPr marL="685800" lvl="2">
              <a:spcBef>
                <a:spcPts val="1000"/>
              </a:spcBef>
            </a:pPr>
            <a:r>
              <a:rPr lang="fr-FR" dirty="0">
                <a:latin typeface="AvenirNext LT Pro Medium" panose="020B0604020202020204" pitchFamily="34" charset="0"/>
              </a:rPr>
              <a:t>Une multiplication des canaux</a:t>
            </a:r>
          </a:p>
          <a:p>
            <a:pPr marL="685800" lvl="2">
              <a:spcBef>
                <a:spcPts val="1000"/>
              </a:spcBef>
            </a:pPr>
            <a:r>
              <a:rPr lang="fr-FR" dirty="0">
                <a:latin typeface="AvenirNext LT Pro Medium" panose="020B0604020202020204" pitchFamily="34" charset="0"/>
              </a:rPr>
              <a:t>Une efficacité de moins en moins forte des outils marketing traditionnels, notamment au niveau médias (TV, radio, etc.)</a:t>
            </a:r>
          </a:p>
          <a:p>
            <a:pPr marL="685800" lvl="2">
              <a:spcBef>
                <a:spcPts val="1000"/>
              </a:spcBef>
            </a:pPr>
            <a:endParaRPr lang="fr-FR" dirty="0">
              <a:latin typeface="AvenirNext LT Pro Medium" panose="020B0604020202020204" pitchFamily="34" charset="0"/>
            </a:endParaRPr>
          </a:p>
        </p:txBody>
      </p:sp>
      <p:sp>
        <p:nvSpPr>
          <p:cNvPr id="2" name="Espace réservé du pied de page 1">
            <a:extLst>
              <a:ext uri="{FF2B5EF4-FFF2-40B4-BE49-F238E27FC236}">
                <a16:creationId xmlns:a16="http://schemas.microsoft.com/office/drawing/2014/main" id="{8A382776-CE8A-1438-8B41-537F81B65E48}"/>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57939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wipe(down)">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down)">
                                      <p:cBhvr>
                                        <p:cTn id="12"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srcRect l="28269" t="30678" r="31612" b="38895"/>
          <a:stretch/>
        </p:blipFill>
        <p:spPr>
          <a:xfrm>
            <a:off x="1201002" y="1187355"/>
            <a:ext cx="9917347" cy="4230806"/>
          </a:xfrm>
          <a:prstGeom prst="rect">
            <a:avLst/>
          </a:prstGeom>
        </p:spPr>
      </p:pic>
      <p:sp useBgFill="1">
        <p:nvSpPr>
          <p:cNvPr id="4" name="Rectangle 3"/>
          <p:cNvSpPr/>
          <p:nvPr/>
        </p:nvSpPr>
        <p:spPr>
          <a:xfrm>
            <a:off x="6147179" y="341194"/>
            <a:ext cx="4971170" cy="60151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pied de page 4">
            <a:extLst>
              <a:ext uri="{FF2B5EF4-FFF2-40B4-BE49-F238E27FC236}">
                <a16:creationId xmlns:a16="http://schemas.microsoft.com/office/drawing/2014/main" id="{B07FA295-DBC7-9A5D-17D9-2C3710A7A58B}"/>
              </a:ext>
            </a:extLst>
          </p:cNvPr>
          <p:cNvSpPr>
            <a:spLocks noGrp="1"/>
          </p:cNvSpPr>
          <p:nvPr>
            <p:ph type="ftr" sz="quarter" idx="11"/>
          </p:nvPr>
        </p:nvSpPr>
        <p:spPr/>
        <p:txBody>
          <a:bodyPr/>
          <a:lstStyle/>
          <a:p>
            <a:r>
              <a:rPr lang="fr-FR"/>
              <a:t>Damien Chaney</a:t>
            </a:r>
          </a:p>
        </p:txBody>
      </p:sp>
    </p:spTree>
    <p:extLst>
      <p:ext uri="{BB962C8B-B14F-4D97-AF65-F5344CB8AC3E}">
        <p14:creationId xmlns:p14="http://schemas.microsoft.com/office/powerpoint/2010/main" val="1635265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srcRect l="28269" t="30678" r="31612" b="38895"/>
          <a:stretch/>
        </p:blipFill>
        <p:spPr>
          <a:xfrm>
            <a:off x="1201002" y="1187355"/>
            <a:ext cx="9917347" cy="4230806"/>
          </a:xfrm>
          <a:prstGeom prst="rect">
            <a:avLst/>
          </a:prstGeom>
        </p:spPr>
      </p:pic>
      <p:sp>
        <p:nvSpPr>
          <p:cNvPr id="4" name="Espace réservé du pied de page 3">
            <a:extLst>
              <a:ext uri="{FF2B5EF4-FFF2-40B4-BE49-F238E27FC236}">
                <a16:creationId xmlns:a16="http://schemas.microsoft.com/office/drawing/2014/main" id="{B1779185-06CE-5936-933C-D7747FD3D1FC}"/>
              </a:ext>
            </a:extLst>
          </p:cNvPr>
          <p:cNvSpPr>
            <a:spLocks noGrp="1"/>
          </p:cNvSpPr>
          <p:nvPr>
            <p:ph type="ftr" sz="quarter" idx="11"/>
          </p:nvPr>
        </p:nvSpPr>
        <p:spPr/>
        <p:txBody>
          <a:bodyPr/>
          <a:lstStyle/>
          <a:p>
            <a:r>
              <a:rPr lang="fr-FR"/>
              <a:t>Damien Chaney</a:t>
            </a:r>
          </a:p>
        </p:txBody>
      </p:sp>
    </p:spTree>
    <p:extLst>
      <p:ext uri="{BB962C8B-B14F-4D97-AF65-F5344CB8AC3E}">
        <p14:creationId xmlns:p14="http://schemas.microsoft.com/office/powerpoint/2010/main" val="3057243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Les fondements du marketing relationnel</a:t>
            </a:r>
          </a:p>
        </p:txBody>
      </p:sp>
      <p:sp>
        <p:nvSpPr>
          <p:cNvPr id="11" name="Espace réservé du contenu 10"/>
          <p:cNvSpPr>
            <a:spLocks noGrp="1"/>
          </p:cNvSpPr>
          <p:nvPr>
            <p:ph idx="1"/>
          </p:nvPr>
        </p:nvSpPr>
        <p:spPr/>
        <p:txBody>
          <a:bodyPr/>
          <a:lstStyle/>
          <a:p>
            <a:pPr marL="228600" lvl="1">
              <a:spcBef>
                <a:spcPts val="1000"/>
              </a:spcBef>
            </a:pPr>
            <a:r>
              <a:rPr lang="fr-FR" dirty="0">
                <a:latin typeface="AvenirNext LT Pro Medium" panose="020B0604020202020204" pitchFamily="34" charset="0"/>
              </a:rPr>
              <a:t>Changements liés à la pratique du marketing </a:t>
            </a:r>
          </a:p>
          <a:p>
            <a:pPr marL="685800" lvl="2">
              <a:spcBef>
                <a:spcPts val="1000"/>
              </a:spcBef>
            </a:pPr>
            <a:r>
              <a:rPr lang="fr-FR" dirty="0">
                <a:latin typeface="AvenirNext LT Pro Medium" panose="020B0604020202020204" pitchFamily="34" charset="0"/>
              </a:rPr>
              <a:t>Une dilution de l’influence des médias et une multiplication des canaux</a:t>
            </a:r>
          </a:p>
          <a:p>
            <a:pPr marL="685800" lvl="2">
              <a:spcBef>
                <a:spcPts val="1000"/>
              </a:spcBef>
            </a:pPr>
            <a:r>
              <a:rPr lang="fr-FR" dirty="0">
                <a:latin typeface="AvenirNext LT Pro Medium" panose="020B0604020202020204" pitchFamily="34" charset="0"/>
              </a:rPr>
              <a:t>Une efficacité de moins en moins forte des outils marketing traditionnels</a:t>
            </a:r>
          </a:p>
          <a:p>
            <a:pPr marL="685800" lvl="2">
              <a:spcBef>
                <a:spcPts val="1000"/>
              </a:spcBef>
            </a:pPr>
            <a:endParaRPr lang="fr-FR" dirty="0">
              <a:latin typeface="AvenirNext LT Pro Medium" panose="020B0604020202020204" pitchFamily="34" charset="0"/>
            </a:endParaRPr>
          </a:p>
        </p:txBody>
      </p:sp>
      <p:sp>
        <p:nvSpPr>
          <p:cNvPr id="2" name="Flèche courbée vers la gauche 1"/>
          <p:cNvSpPr/>
          <p:nvPr/>
        </p:nvSpPr>
        <p:spPr>
          <a:xfrm>
            <a:off x="9867331" y="2005995"/>
            <a:ext cx="1146412" cy="205827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 name="ZoneTexte 4"/>
          <p:cNvSpPr txBox="1"/>
          <p:nvPr/>
        </p:nvSpPr>
        <p:spPr>
          <a:xfrm>
            <a:off x="2621345" y="3597922"/>
            <a:ext cx="5462842" cy="477054"/>
          </a:xfrm>
          <a:prstGeom prst="rect">
            <a:avLst/>
          </a:prstGeom>
          <a:noFill/>
        </p:spPr>
        <p:txBody>
          <a:bodyPr wrap="none" rtlCol="0">
            <a:spAutoFit/>
          </a:bodyPr>
          <a:lstStyle/>
          <a:p>
            <a:r>
              <a:rPr lang="fr-FR" sz="2500" b="1" dirty="0"/>
              <a:t>Besoin d’adapter la stratégie marketing </a:t>
            </a:r>
          </a:p>
        </p:txBody>
      </p:sp>
      <p:sp>
        <p:nvSpPr>
          <p:cNvPr id="6" name="Espace réservé du pied de page 5">
            <a:extLst>
              <a:ext uri="{FF2B5EF4-FFF2-40B4-BE49-F238E27FC236}">
                <a16:creationId xmlns:a16="http://schemas.microsoft.com/office/drawing/2014/main" id="{47F2BEE6-A38E-C085-7E91-66C3C3C25BB5}"/>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154631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Les fondements du marketing relationnel</a:t>
            </a:r>
          </a:p>
        </p:txBody>
      </p:sp>
      <p:sp>
        <p:nvSpPr>
          <p:cNvPr id="10" name="Ellipse 9"/>
          <p:cNvSpPr/>
          <p:nvPr/>
        </p:nvSpPr>
        <p:spPr>
          <a:xfrm>
            <a:off x="545910" y="1787857"/>
            <a:ext cx="3302758" cy="14466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Demande de plus en plus hétérogène, individualisée</a:t>
            </a:r>
          </a:p>
        </p:txBody>
      </p:sp>
      <p:sp>
        <p:nvSpPr>
          <p:cNvPr id="14" name="Ellipse 13"/>
          <p:cNvSpPr/>
          <p:nvPr/>
        </p:nvSpPr>
        <p:spPr>
          <a:xfrm>
            <a:off x="4472489" y="1787857"/>
            <a:ext cx="3302758" cy="14466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Besoin de se tourner vers le client</a:t>
            </a:r>
          </a:p>
          <a:p>
            <a:pPr algn="ctr"/>
            <a:endParaRPr lang="fr-FR" dirty="0"/>
          </a:p>
        </p:txBody>
      </p:sp>
      <p:sp>
        <p:nvSpPr>
          <p:cNvPr id="17" name="Ellipse 16"/>
          <p:cNvSpPr/>
          <p:nvPr/>
        </p:nvSpPr>
        <p:spPr>
          <a:xfrm>
            <a:off x="8438023" y="1785981"/>
            <a:ext cx="3302758" cy="14466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t>Besoin d’adapter la stratégie marketing </a:t>
            </a:r>
          </a:p>
          <a:p>
            <a:pPr algn="ctr"/>
            <a:endParaRPr lang="fr-FR" dirty="0"/>
          </a:p>
        </p:txBody>
      </p:sp>
      <p:sp>
        <p:nvSpPr>
          <p:cNvPr id="12" name="Rectangle 11"/>
          <p:cNvSpPr/>
          <p:nvPr/>
        </p:nvSpPr>
        <p:spPr>
          <a:xfrm>
            <a:off x="2920621" y="4148919"/>
            <a:ext cx="6277970" cy="11054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600" b="1" dirty="0"/>
              <a:t>Marketing relationnel</a:t>
            </a:r>
          </a:p>
        </p:txBody>
      </p:sp>
      <p:cxnSp>
        <p:nvCxnSpPr>
          <p:cNvPr id="18" name="Connecteur droit avec flèche 17"/>
          <p:cNvCxnSpPr>
            <a:stCxn id="10" idx="5"/>
            <a:endCxn id="12" idx="0"/>
          </p:cNvCxnSpPr>
          <p:nvPr/>
        </p:nvCxnSpPr>
        <p:spPr>
          <a:xfrm>
            <a:off x="3364990" y="3022660"/>
            <a:ext cx="2694616" cy="112625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a:stCxn id="17" idx="3"/>
            <a:endCxn id="12" idx="0"/>
          </p:cNvCxnSpPr>
          <p:nvPr/>
        </p:nvCxnSpPr>
        <p:spPr>
          <a:xfrm flipH="1">
            <a:off x="6059606" y="3020784"/>
            <a:ext cx="2862095" cy="112813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a:stCxn id="14" idx="4"/>
            <a:endCxn id="12" idx="0"/>
          </p:cNvCxnSpPr>
          <p:nvPr/>
        </p:nvCxnSpPr>
        <p:spPr>
          <a:xfrm flipH="1">
            <a:off x="6059606" y="3234519"/>
            <a:ext cx="64262" cy="91440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851FC9E9-376A-65E9-7C23-336D0E30B620}"/>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2390127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4472489" y="4092210"/>
            <a:ext cx="5796349" cy="912925"/>
          </a:xfrm>
          <a:prstGeom prst="rect">
            <a:avLst/>
          </a:prstGeom>
          <a:effectLst/>
        </p:spPr>
      </p:pic>
      <p:cxnSp>
        <p:nvCxnSpPr>
          <p:cNvPr id="16" name="Connecteur droit 15"/>
          <p:cNvCxnSpPr/>
          <p:nvPr>
            <p:custDataLst>
              <p:tags r:id="rId4"/>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Un peu d’histoire</a:t>
            </a:r>
          </a:p>
        </p:txBody>
      </p:sp>
      <p:sp>
        <p:nvSpPr>
          <p:cNvPr id="10" name="Forme libre 9"/>
          <p:cNvSpPr/>
          <p:nvPr/>
        </p:nvSpPr>
        <p:spPr>
          <a:xfrm>
            <a:off x="1755309" y="1342687"/>
            <a:ext cx="8233399" cy="4802188"/>
          </a:xfrm>
          <a:custGeom>
            <a:avLst/>
            <a:gdLst>
              <a:gd name="connsiteX0" fmla="*/ 0 w 8233399"/>
              <a:gd name="connsiteY0" fmla="*/ 2401094 h 4802188"/>
              <a:gd name="connsiteX1" fmla="*/ 4116700 w 8233399"/>
              <a:gd name="connsiteY1" fmla="*/ 0 h 4802188"/>
              <a:gd name="connsiteX2" fmla="*/ 8233400 w 8233399"/>
              <a:gd name="connsiteY2" fmla="*/ 2401094 h 4802188"/>
              <a:gd name="connsiteX3" fmla="*/ 4116700 w 8233399"/>
              <a:gd name="connsiteY3" fmla="*/ 4802188 h 4802188"/>
              <a:gd name="connsiteX4" fmla="*/ 0 w 8233399"/>
              <a:gd name="connsiteY4" fmla="*/ 2401094 h 4802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3399" h="4802188">
                <a:moveTo>
                  <a:pt x="0" y="2401094"/>
                </a:moveTo>
                <a:cubicBezTo>
                  <a:pt x="0" y="1075006"/>
                  <a:pt x="1843109" y="0"/>
                  <a:pt x="4116700" y="0"/>
                </a:cubicBezTo>
                <a:cubicBezTo>
                  <a:pt x="6390291" y="0"/>
                  <a:pt x="8233400" y="1075006"/>
                  <a:pt x="8233400" y="2401094"/>
                </a:cubicBezTo>
                <a:cubicBezTo>
                  <a:pt x="8233400" y="3727182"/>
                  <a:pt x="6390291" y="4802188"/>
                  <a:pt x="4116700" y="4802188"/>
                </a:cubicBezTo>
                <a:cubicBezTo>
                  <a:pt x="1843109" y="4802188"/>
                  <a:pt x="0" y="3727182"/>
                  <a:pt x="0" y="2401094"/>
                </a:cubicBezTo>
                <a:close/>
              </a:path>
            </a:pathLst>
          </a:custGeom>
        </p:spPr>
        <p:style>
          <a:lnRef idx="2">
            <a:schemeClr val="lt1">
              <a:hueOff val="0"/>
              <a:satOff val="0"/>
              <a:lumOff val="0"/>
              <a:alphaOff val="0"/>
            </a:schemeClr>
          </a:lnRef>
          <a:fillRef idx="1">
            <a:schemeClr val="accent6">
              <a:shade val="50000"/>
              <a:hueOff val="0"/>
              <a:satOff val="0"/>
              <a:lumOff val="0"/>
              <a:alphaOff val="0"/>
            </a:schemeClr>
          </a:fillRef>
          <a:effectRef idx="0">
            <a:schemeClr val="accent6">
              <a:shade val="50000"/>
              <a:hueOff val="0"/>
              <a:satOff val="0"/>
              <a:lumOff val="0"/>
              <a:alphaOff val="0"/>
            </a:schemeClr>
          </a:effectRef>
          <a:fontRef idx="minor">
            <a:schemeClr val="lt1"/>
          </a:fontRef>
        </p:style>
        <p:txBody>
          <a:bodyPr spcFirstLastPara="0" vert="horz" wrap="square" lIns="2772073" tIns="439245" rIns="2772074" bIns="4280997" numCol="1" spcCol="1270" anchor="ctr" anchorCtr="0">
            <a:noAutofit/>
          </a:bodyPr>
          <a:lstStyle/>
          <a:p>
            <a:pPr lvl="0" algn="ctr" defTabSz="1244600">
              <a:lnSpc>
                <a:spcPct val="90000"/>
              </a:lnSpc>
              <a:spcBef>
                <a:spcPct val="0"/>
              </a:spcBef>
              <a:spcAft>
                <a:spcPct val="35000"/>
              </a:spcAft>
            </a:pPr>
            <a:r>
              <a:rPr lang="fr-FR" sz="2800" b="1" kern="1200" dirty="0"/>
              <a:t>Push marketing</a:t>
            </a:r>
          </a:p>
        </p:txBody>
      </p:sp>
      <p:sp>
        <p:nvSpPr>
          <p:cNvPr id="11" name="Forme libre 10"/>
          <p:cNvSpPr/>
          <p:nvPr/>
        </p:nvSpPr>
        <p:spPr>
          <a:xfrm>
            <a:off x="2222439" y="2063015"/>
            <a:ext cx="7299140" cy="4081859"/>
          </a:xfrm>
          <a:custGeom>
            <a:avLst/>
            <a:gdLst>
              <a:gd name="connsiteX0" fmla="*/ 0 w 7299140"/>
              <a:gd name="connsiteY0" fmla="*/ 2040930 h 4081859"/>
              <a:gd name="connsiteX1" fmla="*/ 3649570 w 7299140"/>
              <a:gd name="connsiteY1" fmla="*/ 0 h 4081859"/>
              <a:gd name="connsiteX2" fmla="*/ 7299140 w 7299140"/>
              <a:gd name="connsiteY2" fmla="*/ 2040930 h 4081859"/>
              <a:gd name="connsiteX3" fmla="*/ 3649570 w 7299140"/>
              <a:gd name="connsiteY3" fmla="*/ 4081860 h 4081859"/>
              <a:gd name="connsiteX4" fmla="*/ 0 w 7299140"/>
              <a:gd name="connsiteY4" fmla="*/ 2040930 h 4081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9140" h="4081859">
                <a:moveTo>
                  <a:pt x="0" y="2040930"/>
                </a:moveTo>
                <a:cubicBezTo>
                  <a:pt x="0" y="913755"/>
                  <a:pt x="1633968" y="0"/>
                  <a:pt x="3649570" y="0"/>
                </a:cubicBezTo>
                <a:cubicBezTo>
                  <a:pt x="5665172" y="0"/>
                  <a:pt x="7299140" y="913755"/>
                  <a:pt x="7299140" y="2040930"/>
                </a:cubicBezTo>
                <a:cubicBezTo>
                  <a:pt x="7299140" y="3168105"/>
                  <a:pt x="5665172" y="4081860"/>
                  <a:pt x="3649570" y="4081860"/>
                </a:cubicBezTo>
                <a:cubicBezTo>
                  <a:pt x="1633968" y="4081860"/>
                  <a:pt x="0" y="3168105"/>
                  <a:pt x="0" y="2040930"/>
                </a:cubicBezTo>
                <a:close/>
              </a:path>
            </a:pathLst>
          </a:custGeom>
        </p:spPr>
        <p:style>
          <a:lnRef idx="2">
            <a:schemeClr val="lt1">
              <a:hueOff val="0"/>
              <a:satOff val="0"/>
              <a:lumOff val="0"/>
              <a:alphaOff val="0"/>
            </a:schemeClr>
          </a:lnRef>
          <a:fillRef idx="1">
            <a:schemeClr val="accent6">
              <a:shade val="50000"/>
              <a:hueOff val="122808"/>
              <a:satOff val="-5368"/>
              <a:lumOff val="14654"/>
              <a:alphaOff val="0"/>
            </a:schemeClr>
          </a:fillRef>
          <a:effectRef idx="0">
            <a:schemeClr val="accent6">
              <a:shade val="50000"/>
              <a:hueOff val="122808"/>
              <a:satOff val="-5368"/>
              <a:lumOff val="14654"/>
              <a:alphaOff val="0"/>
            </a:schemeClr>
          </a:effectRef>
          <a:fontRef idx="minor">
            <a:schemeClr val="lt1"/>
          </a:fontRef>
        </p:style>
        <p:txBody>
          <a:bodyPr spcFirstLastPara="0" vert="horz" wrap="square" lIns="2246380" tIns="405395" rIns="2246382" bIns="3548427" numCol="1" spcCol="1270" anchor="ctr" anchorCtr="0">
            <a:noAutofit/>
          </a:bodyPr>
          <a:lstStyle/>
          <a:p>
            <a:pPr lvl="0" algn="ctr" defTabSz="1066800">
              <a:lnSpc>
                <a:spcPct val="90000"/>
              </a:lnSpc>
              <a:spcBef>
                <a:spcPct val="0"/>
              </a:spcBef>
              <a:spcAft>
                <a:spcPct val="35000"/>
              </a:spcAft>
            </a:pPr>
            <a:r>
              <a:rPr lang="fr-FR" sz="2400" b="1" kern="1200" dirty="0"/>
              <a:t>Mass </a:t>
            </a:r>
            <a:r>
              <a:rPr lang="fr-FR" sz="2400" b="1" kern="1200" dirty="0" err="1"/>
              <a:t>market</a:t>
            </a:r>
            <a:endParaRPr lang="fr-FR" sz="2400" b="1" kern="1200" dirty="0"/>
          </a:p>
        </p:txBody>
      </p:sp>
      <p:sp>
        <p:nvSpPr>
          <p:cNvPr id="12" name="Forme libre 11"/>
          <p:cNvSpPr/>
          <p:nvPr/>
        </p:nvSpPr>
        <p:spPr>
          <a:xfrm>
            <a:off x="2609793" y="2783343"/>
            <a:ext cx="6524430" cy="3361531"/>
          </a:xfrm>
          <a:custGeom>
            <a:avLst/>
            <a:gdLst>
              <a:gd name="connsiteX0" fmla="*/ 0 w 6524430"/>
              <a:gd name="connsiteY0" fmla="*/ 1680766 h 3361531"/>
              <a:gd name="connsiteX1" fmla="*/ 3262215 w 6524430"/>
              <a:gd name="connsiteY1" fmla="*/ 0 h 3361531"/>
              <a:gd name="connsiteX2" fmla="*/ 6524430 w 6524430"/>
              <a:gd name="connsiteY2" fmla="*/ 1680766 h 3361531"/>
              <a:gd name="connsiteX3" fmla="*/ 3262215 w 6524430"/>
              <a:gd name="connsiteY3" fmla="*/ 3361532 h 3361531"/>
              <a:gd name="connsiteX4" fmla="*/ 0 w 6524430"/>
              <a:gd name="connsiteY4" fmla="*/ 1680766 h 3361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430" h="3361531">
                <a:moveTo>
                  <a:pt x="0" y="1680766"/>
                </a:moveTo>
                <a:cubicBezTo>
                  <a:pt x="0" y="752505"/>
                  <a:pt x="1460543" y="0"/>
                  <a:pt x="3262215" y="0"/>
                </a:cubicBezTo>
                <a:cubicBezTo>
                  <a:pt x="5063887" y="0"/>
                  <a:pt x="6524430" y="752505"/>
                  <a:pt x="6524430" y="1680766"/>
                </a:cubicBezTo>
                <a:cubicBezTo>
                  <a:pt x="6524430" y="2609027"/>
                  <a:pt x="5063887" y="3361532"/>
                  <a:pt x="3262215" y="3361532"/>
                </a:cubicBezTo>
                <a:cubicBezTo>
                  <a:pt x="1460543" y="3361532"/>
                  <a:pt x="0" y="2609027"/>
                  <a:pt x="0" y="1680766"/>
                </a:cubicBezTo>
                <a:close/>
              </a:path>
            </a:pathLst>
          </a:custGeom>
        </p:spPr>
        <p:style>
          <a:lnRef idx="2">
            <a:schemeClr val="lt1">
              <a:hueOff val="0"/>
              <a:satOff val="0"/>
              <a:lumOff val="0"/>
              <a:alphaOff val="0"/>
            </a:schemeClr>
          </a:lnRef>
          <a:fillRef idx="1">
            <a:schemeClr val="accent6">
              <a:shade val="50000"/>
              <a:hueOff val="245616"/>
              <a:satOff val="-10737"/>
              <a:lumOff val="29307"/>
              <a:alphaOff val="0"/>
            </a:schemeClr>
          </a:fillRef>
          <a:effectRef idx="0">
            <a:schemeClr val="accent6">
              <a:shade val="50000"/>
              <a:hueOff val="245616"/>
              <a:satOff val="-10737"/>
              <a:lumOff val="29307"/>
              <a:alphaOff val="0"/>
            </a:schemeClr>
          </a:effectRef>
          <a:fontRef idx="minor">
            <a:schemeClr val="lt1"/>
          </a:fontRef>
        </p:style>
        <p:txBody>
          <a:bodyPr spcFirstLastPara="0" vert="horz" wrap="square" lIns="1773155" tIns="431082" rIns="1773155" bIns="2864830" numCol="1" spcCol="1270" anchor="ctr" anchorCtr="0">
            <a:noAutofit/>
          </a:bodyPr>
          <a:lstStyle/>
          <a:p>
            <a:pPr lvl="0" algn="ctr" defTabSz="1244600">
              <a:lnSpc>
                <a:spcPct val="90000"/>
              </a:lnSpc>
              <a:spcBef>
                <a:spcPct val="0"/>
              </a:spcBef>
              <a:spcAft>
                <a:spcPct val="35000"/>
              </a:spcAft>
            </a:pPr>
            <a:r>
              <a:rPr lang="fr-FR" sz="2800" b="1" kern="1200" dirty="0"/>
              <a:t>One to </a:t>
            </a:r>
            <a:r>
              <a:rPr lang="fr-FR" sz="2800" b="1" kern="1200" dirty="0" err="1"/>
              <a:t>many</a:t>
            </a:r>
            <a:endParaRPr lang="fr-FR" sz="2800" b="1" kern="1200" dirty="0"/>
          </a:p>
        </p:txBody>
      </p:sp>
      <p:sp>
        <p:nvSpPr>
          <p:cNvPr id="13" name="Forme libre 12"/>
          <p:cNvSpPr/>
          <p:nvPr/>
        </p:nvSpPr>
        <p:spPr>
          <a:xfrm>
            <a:off x="3156653" y="3503671"/>
            <a:ext cx="5430710" cy="2641203"/>
          </a:xfrm>
          <a:custGeom>
            <a:avLst/>
            <a:gdLst>
              <a:gd name="connsiteX0" fmla="*/ 0 w 5430710"/>
              <a:gd name="connsiteY0" fmla="*/ 1320602 h 2641203"/>
              <a:gd name="connsiteX1" fmla="*/ 2715355 w 5430710"/>
              <a:gd name="connsiteY1" fmla="*/ 0 h 2641203"/>
              <a:gd name="connsiteX2" fmla="*/ 5430710 w 5430710"/>
              <a:gd name="connsiteY2" fmla="*/ 1320602 h 2641203"/>
              <a:gd name="connsiteX3" fmla="*/ 2715355 w 5430710"/>
              <a:gd name="connsiteY3" fmla="*/ 2641204 h 2641203"/>
              <a:gd name="connsiteX4" fmla="*/ 0 w 5430710"/>
              <a:gd name="connsiteY4" fmla="*/ 1320602 h 2641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0710" h="2641203">
                <a:moveTo>
                  <a:pt x="0" y="1320602"/>
                </a:moveTo>
                <a:cubicBezTo>
                  <a:pt x="0" y="591254"/>
                  <a:pt x="1215706" y="0"/>
                  <a:pt x="2715355" y="0"/>
                </a:cubicBezTo>
                <a:cubicBezTo>
                  <a:pt x="4215004" y="0"/>
                  <a:pt x="5430710" y="591254"/>
                  <a:pt x="5430710" y="1320602"/>
                </a:cubicBezTo>
                <a:cubicBezTo>
                  <a:pt x="5430710" y="2049950"/>
                  <a:pt x="4215004" y="2641204"/>
                  <a:pt x="2715355" y="2641204"/>
                </a:cubicBezTo>
                <a:cubicBezTo>
                  <a:pt x="1215706" y="2641204"/>
                  <a:pt x="0" y="2049950"/>
                  <a:pt x="0" y="1320602"/>
                </a:cubicBezTo>
                <a:close/>
              </a:path>
            </a:pathLst>
          </a:custGeom>
        </p:spPr>
        <p:style>
          <a:lnRef idx="2">
            <a:schemeClr val="lt1">
              <a:hueOff val="0"/>
              <a:satOff val="0"/>
              <a:lumOff val="0"/>
              <a:alphaOff val="0"/>
            </a:schemeClr>
          </a:lnRef>
          <a:fillRef idx="1">
            <a:schemeClr val="accent6">
              <a:shade val="50000"/>
              <a:hueOff val="368424"/>
              <a:satOff val="-16105"/>
              <a:lumOff val="43961"/>
              <a:alphaOff val="0"/>
            </a:schemeClr>
          </a:fillRef>
          <a:effectRef idx="0">
            <a:schemeClr val="accent6">
              <a:shade val="50000"/>
              <a:hueOff val="368424"/>
              <a:satOff val="-16105"/>
              <a:lumOff val="43961"/>
              <a:alphaOff val="0"/>
            </a:schemeClr>
          </a:effectRef>
          <a:fontRef idx="minor">
            <a:schemeClr val="lt1"/>
          </a:fontRef>
        </p:style>
        <p:txBody>
          <a:bodyPr spcFirstLastPara="0" vert="horz" wrap="square" lIns="1419751" tIns="408396" rIns="1419752" bIns="2098767" numCol="1" spcCol="1270" anchor="ctr" anchorCtr="0">
            <a:noAutofit/>
          </a:bodyPr>
          <a:lstStyle/>
          <a:p>
            <a:pPr lvl="0" algn="ctr" defTabSz="1066800">
              <a:lnSpc>
                <a:spcPct val="90000"/>
              </a:lnSpc>
              <a:spcBef>
                <a:spcPct val="0"/>
              </a:spcBef>
              <a:spcAft>
                <a:spcPct val="35000"/>
              </a:spcAft>
            </a:pPr>
            <a:r>
              <a:rPr lang="fr-FR" sz="2400" b="1" kern="1200" dirty="0"/>
              <a:t>One to </a:t>
            </a:r>
            <a:r>
              <a:rPr lang="fr-FR" sz="2400" b="1" kern="1200" dirty="0" err="1"/>
              <a:t>some</a:t>
            </a:r>
            <a:endParaRPr lang="fr-FR" sz="2400" b="1" kern="1200" dirty="0"/>
          </a:p>
        </p:txBody>
      </p:sp>
      <p:sp>
        <p:nvSpPr>
          <p:cNvPr id="17" name="Forme libre 16"/>
          <p:cNvSpPr/>
          <p:nvPr/>
        </p:nvSpPr>
        <p:spPr>
          <a:xfrm>
            <a:off x="3509841" y="4223999"/>
            <a:ext cx="4724334" cy="1920875"/>
          </a:xfrm>
          <a:custGeom>
            <a:avLst/>
            <a:gdLst>
              <a:gd name="connsiteX0" fmla="*/ 0 w 4724334"/>
              <a:gd name="connsiteY0" fmla="*/ 960438 h 1920875"/>
              <a:gd name="connsiteX1" fmla="*/ 2362167 w 4724334"/>
              <a:gd name="connsiteY1" fmla="*/ 0 h 1920875"/>
              <a:gd name="connsiteX2" fmla="*/ 4724334 w 4724334"/>
              <a:gd name="connsiteY2" fmla="*/ 960438 h 1920875"/>
              <a:gd name="connsiteX3" fmla="*/ 2362167 w 4724334"/>
              <a:gd name="connsiteY3" fmla="*/ 1920876 h 1920875"/>
              <a:gd name="connsiteX4" fmla="*/ 0 w 4724334"/>
              <a:gd name="connsiteY4" fmla="*/ 960438 h 192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334" h="1920875">
                <a:moveTo>
                  <a:pt x="0" y="960438"/>
                </a:moveTo>
                <a:cubicBezTo>
                  <a:pt x="0" y="430003"/>
                  <a:pt x="1057578" y="0"/>
                  <a:pt x="2362167" y="0"/>
                </a:cubicBezTo>
                <a:cubicBezTo>
                  <a:pt x="3666756" y="0"/>
                  <a:pt x="4724334" y="430003"/>
                  <a:pt x="4724334" y="960438"/>
                </a:cubicBezTo>
                <a:cubicBezTo>
                  <a:pt x="4724334" y="1490873"/>
                  <a:pt x="3666756" y="1920876"/>
                  <a:pt x="2362167" y="1920876"/>
                </a:cubicBezTo>
                <a:cubicBezTo>
                  <a:pt x="1057578" y="1920876"/>
                  <a:pt x="0" y="1490873"/>
                  <a:pt x="0" y="960438"/>
                </a:cubicBezTo>
                <a:close/>
              </a:path>
            </a:pathLst>
          </a:custGeom>
        </p:spPr>
        <p:style>
          <a:lnRef idx="2">
            <a:schemeClr val="lt1">
              <a:hueOff val="0"/>
              <a:satOff val="0"/>
              <a:lumOff val="0"/>
              <a:alphaOff val="0"/>
            </a:schemeClr>
          </a:lnRef>
          <a:fillRef idx="1">
            <a:schemeClr val="accent6">
              <a:shade val="50000"/>
              <a:hueOff val="245616"/>
              <a:satOff val="-10737"/>
              <a:lumOff val="29307"/>
              <a:alphaOff val="0"/>
            </a:schemeClr>
          </a:fillRef>
          <a:effectRef idx="0">
            <a:schemeClr val="accent6">
              <a:shade val="50000"/>
              <a:hueOff val="245616"/>
              <a:satOff val="-10737"/>
              <a:lumOff val="29307"/>
              <a:alphaOff val="0"/>
            </a:schemeClr>
          </a:effectRef>
          <a:fontRef idx="minor">
            <a:schemeClr val="lt1"/>
          </a:fontRef>
        </p:style>
        <p:txBody>
          <a:bodyPr spcFirstLastPara="0" vert="horz" wrap="square" lIns="997446" tIns="410798" rIns="997447" bIns="1371235" numCol="1" spcCol="1270" anchor="ctr" anchorCtr="0">
            <a:noAutofit/>
          </a:bodyPr>
          <a:lstStyle/>
          <a:p>
            <a:pPr lvl="0" algn="ctr" defTabSz="1066800">
              <a:lnSpc>
                <a:spcPct val="90000"/>
              </a:lnSpc>
              <a:spcBef>
                <a:spcPct val="0"/>
              </a:spcBef>
              <a:spcAft>
                <a:spcPct val="35000"/>
              </a:spcAft>
            </a:pPr>
            <a:r>
              <a:rPr lang="fr-FR" sz="2400" b="1" kern="1200" dirty="0"/>
              <a:t>One to one </a:t>
            </a:r>
          </a:p>
        </p:txBody>
      </p:sp>
      <p:sp>
        <p:nvSpPr>
          <p:cNvPr id="18" name="Forme libre 17"/>
          <p:cNvSpPr/>
          <p:nvPr/>
        </p:nvSpPr>
        <p:spPr>
          <a:xfrm>
            <a:off x="4011142" y="4944328"/>
            <a:ext cx="3721731" cy="1200547"/>
          </a:xfrm>
          <a:custGeom>
            <a:avLst/>
            <a:gdLst>
              <a:gd name="connsiteX0" fmla="*/ 0 w 3721731"/>
              <a:gd name="connsiteY0" fmla="*/ 600274 h 1200547"/>
              <a:gd name="connsiteX1" fmla="*/ 1860866 w 3721731"/>
              <a:gd name="connsiteY1" fmla="*/ 0 h 1200547"/>
              <a:gd name="connsiteX2" fmla="*/ 3721732 w 3721731"/>
              <a:gd name="connsiteY2" fmla="*/ 600274 h 1200547"/>
              <a:gd name="connsiteX3" fmla="*/ 1860866 w 3721731"/>
              <a:gd name="connsiteY3" fmla="*/ 1200548 h 1200547"/>
              <a:gd name="connsiteX4" fmla="*/ 0 w 3721731"/>
              <a:gd name="connsiteY4" fmla="*/ 600274 h 1200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1731" h="1200547">
                <a:moveTo>
                  <a:pt x="0" y="600274"/>
                </a:moveTo>
                <a:cubicBezTo>
                  <a:pt x="0" y="268752"/>
                  <a:pt x="833138" y="0"/>
                  <a:pt x="1860866" y="0"/>
                </a:cubicBezTo>
                <a:cubicBezTo>
                  <a:pt x="2888594" y="0"/>
                  <a:pt x="3721732" y="268752"/>
                  <a:pt x="3721732" y="600274"/>
                </a:cubicBezTo>
                <a:cubicBezTo>
                  <a:pt x="3721732" y="931796"/>
                  <a:pt x="2888594" y="1200548"/>
                  <a:pt x="1860866" y="1200548"/>
                </a:cubicBezTo>
                <a:cubicBezTo>
                  <a:pt x="833138" y="1200548"/>
                  <a:pt x="0" y="931796"/>
                  <a:pt x="0" y="600274"/>
                </a:cubicBezTo>
                <a:close/>
              </a:path>
            </a:pathLst>
          </a:custGeom>
        </p:spPr>
        <p:style>
          <a:lnRef idx="2">
            <a:schemeClr val="lt1">
              <a:hueOff val="0"/>
              <a:satOff val="0"/>
              <a:lumOff val="0"/>
              <a:alphaOff val="0"/>
            </a:schemeClr>
          </a:lnRef>
          <a:fillRef idx="1">
            <a:schemeClr val="accent6">
              <a:shade val="50000"/>
              <a:hueOff val="122808"/>
              <a:satOff val="-5368"/>
              <a:lumOff val="14654"/>
              <a:alphaOff val="0"/>
            </a:schemeClr>
          </a:fillRef>
          <a:effectRef idx="0">
            <a:schemeClr val="accent6">
              <a:shade val="50000"/>
              <a:hueOff val="122808"/>
              <a:satOff val="-5368"/>
              <a:lumOff val="14654"/>
              <a:alphaOff val="0"/>
            </a:schemeClr>
          </a:effectRef>
          <a:fontRef idx="minor">
            <a:schemeClr val="lt1"/>
          </a:fontRef>
        </p:style>
        <p:txBody>
          <a:bodyPr spcFirstLastPara="0" vert="horz" wrap="square" lIns="715723" tIns="470824" rIns="715723" bIns="470826" numCol="1" spcCol="1270" anchor="ctr" anchorCtr="0">
            <a:noAutofit/>
          </a:bodyPr>
          <a:lstStyle/>
          <a:p>
            <a:pPr lvl="0" algn="ctr" defTabSz="1066800">
              <a:lnSpc>
                <a:spcPct val="90000"/>
              </a:lnSpc>
              <a:spcBef>
                <a:spcPct val="0"/>
              </a:spcBef>
              <a:spcAft>
                <a:spcPct val="35000"/>
              </a:spcAft>
            </a:pPr>
            <a:r>
              <a:rPr lang="fr-FR" sz="2400" b="1" kern="1200" dirty="0"/>
              <a:t>Marketing interactif</a:t>
            </a:r>
          </a:p>
        </p:txBody>
      </p:sp>
      <p:sp>
        <p:nvSpPr>
          <p:cNvPr id="5" name="ZoneTexte 4"/>
          <p:cNvSpPr txBox="1"/>
          <p:nvPr/>
        </p:nvSpPr>
        <p:spPr>
          <a:xfrm flipH="1">
            <a:off x="8141676" y="5920636"/>
            <a:ext cx="3078481" cy="369332"/>
          </a:xfrm>
          <a:prstGeom prst="rect">
            <a:avLst/>
          </a:prstGeom>
          <a:noFill/>
        </p:spPr>
        <p:txBody>
          <a:bodyPr wrap="square" rtlCol="0">
            <a:spAutoFit/>
          </a:bodyPr>
          <a:lstStyle/>
          <a:p>
            <a:r>
              <a:rPr lang="fr-FR" b="1" dirty="0"/>
              <a:t>Marketing relationnel</a:t>
            </a:r>
          </a:p>
        </p:txBody>
      </p:sp>
      <p:sp>
        <p:nvSpPr>
          <p:cNvPr id="6" name="Flèche vers le bas 5"/>
          <p:cNvSpPr/>
          <p:nvPr/>
        </p:nvSpPr>
        <p:spPr>
          <a:xfrm>
            <a:off x="8593058" y="1658175"/>
            <a:ext cx="748956" cy="42404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p:cNvSpPr txBox="1"/>
          <p:nvPr/>
        </p:nvSpPr>
        <p:spPr>
          <a:xfrm flipH="1">
            <a:off x="7628871" y="883151"/>
            <a:ext cx="3078481" cy="369332"/>
          </a:xfrm>
          <a:prstGeom prst="rect">
            <a:avLst/>
          </a:prstGeom>
          <a:noFill/>
        </p:spPr>
        <p:txBody>
          <a:bodyPr wrap="square" rtlCol="0">
            <a:spAutoFit/>
          </a:bodyPr>
          <a:lstStyle/>
          <a:p>
            <a:r>
              <a:rPr lang="fr-FR" b="1" dirty="0"/>
              <a:t>Marketing transactionnel</a:t>
            </a:r>
          </a:p>
        </p:txBody>
      </p:sp>
      <p:sp>
        <p:nvSpPr>
          <p:cNvPr id="2" name="Espace réservé du pied de page 1">
            <a:extLst>
              <a:ext uri="{FF2B5EF4-FFF2-40B4-BE49-F238E27FC236}">
                <a16:creationId xmlns:a16="http://schemas.microsoft.com/office/drawing/2014/main" id="{128EF451-F648-73DA-C44A-32DAE21A3A73}"/>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2862754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down)">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arn(inVertical)">
                                      <p:cBhvr>
                                        <p:cTn id="40" dur="500"/>
                                        <p:tgtEl>
                                          <p:spTgt spid="6"/>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arn(inVertical)">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7" grpId="0" animBg="1"/>
      <p:bldP spid="18" grpId="0" animBg="1"/>
      <p:bldP spid="5" grpId="0"/>
      <p:bldP spid="6" grpId="0" animBg="1"/>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13657" y="5424617"/>
            <a:ext cx="1087396" cy="1087394"/>
          </a:xfrm>
          <a:prstGeom prst="rect">
            <a:avLst/>
          </a:prstGeom>
        </p:spPr>
      </p:pic>
      <p:pic>
        <p:nvPicPr>
          <p:cNvPr id="15" name="Image 14"/>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4472489" y="4092210"/>
            <a:ext cx="5796349" cy="912925"/>
          </a:xfrm>
          <a:prstGeom prst="rect">
            <a:avLst/>
          </a:prstGeom>
          <a:effectLst/>
        </p:spPr>
      </p:pic>
      <p:cxnSp>
        <p:nvCxnSpPr>
          <p:cNvPr id="16" name="Connecteur droit 15"/>
          <p:cNvCxnSpPr/>
          <p:nvPr>
            <p:custDataLst>
              <p:tags r:id="rId4"/>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p:txBody>
          <a:bodyPr/>
          <a:lstStyle/>
          <a:p>
            <a:r>
              <a:rPr lang="fr-FR" dirty="0">
                <a:latin typeface="AvenirNext LT Pro Medium" panose="020B0604020202020204" pitchFamily="34" charset="0"/>
              </a:rPr>
              <a:t>Définition du marketing relationnel</a:t>
            </a:r>
          </a:p>
        </p:txBody>
      </p:sp>
      <p:sp>
        <p:nvSpPr>
          <p:cNvPr id="11" name="Espace réservé du contenu 10"/>
          <p:cNvSpPr>
            <a:spLocks noGrp="1"/>
          </p:cNvSpPr>
          <p:nvPr>
            <p:ph idx="1"/>
          </p:nvPr>
        </p:nvSpPr>
        <p:spPr/>
        <p:txBody>
          <a:bodyPr/>
          <a:lstStyle/>
          <a:p>
            <a:pPr marL="107950" indent="0" algn="just">
              <a:buNone/>
            </a:pPr>
            <a:endParaRPr lang="fr-FR" sz="3200" b="1" dirty="0"/>
          </a:p>
          <a:p>
            <a:pPr marL="0" indent="0" algn="just">
              <a:buNone/>
            </a:pPr>
            <a:endParaRPr lang="fr-FR" sz="3200" b="1" dirty="0"/>
          </a:p>
          <a:p>
            <a:pPr marL="0" indent="0" algn="just">
              <a:buNone/>
            </a:pPr>
            <a:r>
              <a:rPr lang="fr-FR" sz="2400" b="1" dirty="0"/>
              <a:t>Politique et ensemble d’outils destinés à établir </a:t>
            </a:r>
            <a:r>
              <a:rPr lang="fr-FR" sz="2400" b="1" u="sng" dirty="0"/>
              <a:t>des relations individualisées et interactives avec les clients</a:t>
            </a:r>
            <a:r>
              <a:rPr lang="fr-FR" sz="2400" b="1" dirty="0"/>
              <a:t>, en vue </a:t>
            </a:r>
            <a:r>
              <a:rPr lang="fr-FR" sz="2400" b="1" u="sng" dirty="0"/>
              <a:t>de créer et d’entretenir chez eux des attitudes positives durables </a:t>
            </a:r>
            <a:r>
              <a:rPr lang="fr-FR" sz="2400" b="1" dirty="0"/>
              <a:t>à l‘égard de l’entreprise </a:t>
            </a:r>
          </a:p>
          <a:p>
            <a:pPr marL="0" indent="0" algn="just">
              <a:buNone/>
            </a:pPr>
            <a:endParaRPr lang="fr-FR" sz="2400" b="1" dirty="0"/>
          </a:p>
          <a:p>
            <a:pPr marL="0" indent="0" algn="just">
              <a:buNone/>
            </a:pPr>
            <a:endParaRPr lang="fr-FR" sz="2400" b="1" dirty="0"/>
          </a:p>
          <a:p>
            <a:pPr marL="685800" lvl="2">
              <a:spcBef>
                <a:spcPts val="1000"/>
              </a:spcBef>
            </a:pPr>
            <a:endParaRPr lang="fr-FR" dirty="0">
              <a:latin typeface="AvenirNext LT Pro Medium" panose="020B0604020202020204" pitchFamily="34" charset="0"/>
            </a:endParaRPr>
          </a:p>
        </p:txBody>
      </p:sp>
      <p:sp>
        <p:nvSpPr>
          <p:cNvPr id="2" name="Espace réservé du pied de page 1">
            <a:extLst>
              <a:ext uri="{FF2B5EF4-FFF2-40B4-BE49-F238E27FC236}">
                <a16:creationId xmlns:a16="http://schemas.microsoft.com/office/drawing/2014/main" id="{765D8847-D590-8C37-F4C2-D27475EEAD27}"/>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3817869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15"/>
          <p:cNvCxnSpPr/>
          <p:nvPr>
            <p:custDataLst>
              <p:tags r:id="rId2"/>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838200" y="187701"/>
            <a:ext cx="10515600" cy="1325563"/>
          </a:xfrm>
        </p:spPr>
        <p:txBody>
          <a:bodyPr/>
          <a:lstStyle/>
          <a:p>
            <a:r>
              <a:rPr lang="fr-FR" dirty="0">
                <a:latin typeface="AvenirNext LT Pro Medium" panose="020B0604020202020204" pitchFamily="34" charset="0"/>
              </a:rPr>
              <a:t>Deux dimensions centrales du marketing relationnel</a:t>
            </a:r>
          </a:p>
        </p:txBody>
      </p:sp>
      <p:sp>
        <p:nvSpPr>
          <p:cNvPr id="11" name="Espace réservé du contenu 10"/>
          <p:cNvSpPr>
            <a:spLocks noGrp="1"/>
          </p:cNvSpPr>
          <p:nvPr>
            <p:ph idx="1"/>
          </p:nvPr>
        </p:nvSpPr>
        <p:spPr/>
        <p:txBody>
          <a:bodyPr>
            <a:normAutofit/>
          </a:bodyPr>
          <a:lstStyle/>
          <a:p>
            <a:pPr algn="just"/>
            <a:r>
              <a:rPr lang="fr-FR" dirty="0">
                <a:latin typeface="AvenirNext LT Pro Medium" panose="020B0604020202020204" pitchFamily="34" charset="0"/>
              </a:rPr>
              <a:t>Dimension 1: Les objectifs du marketing relationnel</a:t>
            </a:r>
          </a:p>
          <a:p>
            <a:pPr lvl="1" algn="just"/>
            <a:r>
              <a:rPr lang="fr-FR" dirty="0">
                <a:latin typeface="AvenirNext LT Pro Medium" panose="020B0604020202020204" pitchFamily="34" charset="0"/>
              </a:rPr>
              <a:t>Fidélisation des clients actuels</a:t>
            </a:r>
          </a:p>
          <a:p>
            <a:pPr lvl="2" algn="just"/>
            <a:r>
              <a:rPr lang="fr-FR" dirty="0">
                <a:latin typeface="AvenirNext LT Pro Medium" panose="020B0604020202020204" pitchFamily="34" charset="0"/>
              </a:rPr>
              <a:t>Augmenter la rentabilité des clients actuels</a:t>
            </a:r>
          </a:p>
          <a:p>
            <a:pPr lvl="2" algn="just"/>
            <a:r>
              <a:rPr lang="fr-FR" dirty="0">
                <a:latin typeface="AvenirNext LT Pro Medium" panose="020B0604020202020204" pitchFamily="34" charset="0"/>
              </a:rPr>
              <a:t>Allonger la durée de la relation client </a:t>
            </a:r>
          </a:p>
          <a:p>
            <a:pPr lvl="1" algn="just"/>
            <a:endParaRPr lang="fr-FR" dirty="0">
              <a:latin typeface="AvenirNext LT Pro Medium" panose="020B0604020202020204" pitchFamily="34" charset="0"/>
            </a:endParaRPr>
          </a:p>
          <a:p>
            <a:pPr lvl="1" algn="just"/>
            <a:r>
              <a:rPr lang="fr-FR" dirty="0">
                <a:latin typeface="AvenirNext LT Pro Medium" panose="020B0604020202020204" pitchFamily="34" charset="0"/>
              </a:rPr>
              <a:t>Acquisition de nouveaux clients</a:t>
            </a:r>
          </a:p>
          <a:p>
            <a:pPr lvl="2" algn="just"/>
            <a:r>
              <a:rPr lang="fr-FR" dirty="0">
                <a:latin typeface="AvenirNext LT Pro Medium" panose="020B0604020202020204" pitchFamily="34" charset="0"/>
              </a:rPr>
              <a:t>Coûteux… mais nécessaire</a:t>
            </a:r>
          </a:p>
          <a:p>
            <a:pPr lvl="2" algn="just"/>
            <a:r>
              <a:rPr lang="fr-FR" dirty="0">
                <a:latin typeface="AvenirNext LT Pro Medium" panose="020B0604020202020204" pitchFamily="34" charset="0"/>
              </a:rPr>
              <a:t> Conquérir en mettant en avant la relation</a:t>
            </a:r>
          </a:p>
        </p:txBody>
      </p:sp>
      <p:pic>
        <p:nvPicPr>
          <p:cNvPr id="3074" name="Picture 2" descr="Acquisition ou fidélisation ? Donnez votre avi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9606" y="2696667"/>
            <a:ext cx="4692394" cy="2315551"/>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pied de page 1">
            <a:extLst>
              <a:ext uri="{FF2B5EF4-FFF2-40B4-BE49-F238E27FC236}">
                <a16:creationId xmlns:a16="http://schemas.microsoft.com/office/drawing/2014/main" id="{F554EABD-28D8-0C96-355A-0D8424CF6C5F}"/>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4219048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barn(inVertical)">
                                      <p:cBhvr>
                                        <p:cTn id="7" dur="500"/>
                                        <p:tgtEl>
                                          <p:spTgt spid="11">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barn(inVertical)">
                                      <p:cBhvr>
                                        <p:cTn id="10" dur="500"/>
                                        <p:tgtEl>
                                          <p:spTgt spid="11">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barn(inVertical)">
                                      <p:cBhvr>
                                        <p:cTn id="13" dur="500"/>
                                        <p:tgtEl>
                                          <p:spTgt spid="1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1">
                                            <p:txEl>
                                              <p:pRg st="5" end="5"/>
                                            </p:txEl>
                                          </p:spTgt>
                                        </p:tgtEl>
                                        <p:attrNameLst>
                                          <p:attrName>style.visibility</p:attrName>
                                        </p:attrNameLst>
                                      </p:cBhvr>
                                      <p:to>
                                        <p:strVal val="visible"/>
                                      </p:to>
                                    </p:set>
                                    <p:animEffect transition="in" filter="wipe(down)">
                                      <p:cBhvr>
                                        <p:cTn id="18" dur="500"/>
                                        <p:tgtEl>
                                          <p:spTgt spid="11">
                                            <p:txEl>
                                              <p:pRg st="5" end="5"/>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animEffect transition="in" filter="wipe(down)">
                                      <p:cBhvr>
                                        <p:cTn id="21" dur="500"/>
                                        <p:tgtEl>
                                          <p:spTgt spid="11">
                                            <p:txEl>
                                              <p:pRg st="6" end="6"/>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1">
                                            <p:txEl>
                                              <p:pRg st="7" end="7"/>
                                            </p:txEl>
                                          </p:spTgt>
                                        </p:tgtEl>
                                        <p:attrNameLst>
                                          <p:attrName>style.visibility</p:attrName>
                                        </p:attrNameLst>
                                      </p:cBhvr>
                                      <p:to>
                                        <p:strVal val="visible"/>
                                      </p:to>
                                    </p:set>
                                    <p:animEffect transition="in" filter="wipe(down)">
                                      <p:cBhvr>
                                        <p:cTn id="24" dur="500"/>
                                        <p:tgtEl>
                                          <p:spTgt spid="11">
                                            <p:txEl>
                                              <p:pRg st="7" end="7"/>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074"/>
                                        </p:tgtEl>
                                        <p:attrNameLst>
                                          <p:attrName>style.visibility</p:attrName>
                                        </p:attrNameLst>
                                      </p:cBhvr>
                                      <p:to>
                                        <p:strVal val="visible"/>
                                      </p:to>
                                    </p:set>
                                    <p:animEffect transition="in" filter="wipe(down)">
                                      <p:cBhvr>
                                        <p:cTn id="2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custDataLst>
              <p:tags r:id="rId1"/>
            </p:custDataLst>
          </p:nvPr>
        </p:nvSpPr>
        <p:spPr>
          <a:xfrm>
            <a:off x="0" y="0"/>
            <a:ext cx="12192000" cy="685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4"/>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4472489" y="4092210"/>
            <a:ext cx="5796349" cy="912925"/>
          </a:xfrm>
          <a:prstGeom prst="rect">
            <a:avLst/>
          </a:prstGeom>
          <a:effectLst/>
        </p:spPr>
      </p:pic>
      <p:cxnSp>
        <p:nvCxnSpPr>
          <p:cNvPr id="16" name="Connecteur droit 15"/>
          <p:cNvCxnSpPr/>
          <p:nvPr>
            <p:custDataLst>
              <p:tags r:id="rId3"/>
            </p:custDataLst>
          </p:nvPr>
        </p:nvCxnSpPr>
        <p:spPr>
          <a:xfrm flipV="1">
            <a:off x="975648" y="1364470"/>
            <a:ext cx="10295732" cy="100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itre 7"/>
          <p:cNvSpPr>
            <a:spLocks noGrp="1"/>
          </p:cNvSpPr>
          <p:nvPr>
            <p:ph type="title"/>
          </p:nvPr>
        </p:nvSpPr>
        <p:spPr>
          <a:xfrm>
            <a:off x="838200" y="187701"/>
            <a:ext cx="10515600" cy="1325563"/>
          </a:xfrm>
        </p:spPr>
        <p:txBody>
          <a:bodyPr/>
          <a:lstStyle/>
          <a:p>
            <a:r>
              <a:rPr lang="fr-FR" dirty="0">
                <a:latin typeface="AvenirNext LT Pro Medium" panose="020B0604020202020204" pitchFamily="34" charset="0"/>
              </a:rPr>
              <a:t>Deux dimensions centrales du marketing relationnel</a:t>
            </a:r>
          </a:p>
        </p:txBody>
      </p:sp>
      <p:sp>
        <p:nvSpPr>
          <p:cNvPr id="11" name="Espace réservé du contenu 10"/>
          <p:cNvSpPr>
            <a:spLocks noGrp="1"/>
          </p:cNvSpPr>
          <p:nvPr>
            <p:ph idx="1"/>
          </p:nvPr>
        </p:nvSpPr>
        <p:spPr/>
        <p:txBody>
          <a:bodyPr/>
          <a:lstStyle/>
          <a:p>
            <a:pPr algn="just"/>
            <a:r>
              <a:rPr lang="fr-FR" dirty="0">
                <a:latin typeface="AvenirNext LT Pro Medium" panose="020B0604020202020204" pitchFamily="34" charset="0"/>
              </a:rPr>
              <a:t>Dimension 2: la data</a:t>
            </a:r>
          </a:p>
          <a:p>
            <a:pPr lvl="2" algn="just"/>
            <a:r>
              <a:rPr lang="fr-FR" dirty="0">
                <a:latin typeface="AvenirNext LT Pro Medium" panose="020B0604020202020204" pitchFamily="34" charset="0"/>
              </a:rPr>
              <a:t>Interne/externe</a:t>
            </a:r>
          </a:p>
          <a:p>
            <a:pPr lvl="2" algn="just"/>
            <a:r>
              <a:rPr lang="fr-FR" dirty="0">
                <a:latin typeface="AvenirNext LT Pro Medium" panose="020B0604020202020204" pitchFamily="34" charset="0"/>
              </a:rPr>
              <a:t>Stockée et analysée en temps réel</a:t>
            </a:r>
          </a:p>
          <a:p>
            <a:pPr lvl="2" algn="just"/>
            <a:r>
              <a:rPr lang="fr-FR" dirty="0">
                <a:latin typeface="AvenirNext LT Pro Medium" panose="020B0604020202020204" pitchFamily="34" charset="0"/>
              </a:rPr>
              <a:t>L’intelligence artificielle</a:t>
            </a:r>
          </a:p>
          <a:p>
            <a:pPr marL="914400" lvl="2" indent="0" algn="just">
              <a:buNone/>
            </a:pPr>
            <a:endParaRPr lang="fr-FR" dirty="0">
              <a:latin typeface="AvenirNext LT Pro Medium" panose="020B0604020202020204" pitchFamily="34" charset="0"/>
            </a:endParaRPr>
          </a:p>
        </p:txBody>
      </p:sp>
      <p:pic>
        <p:nvPicPr>
          <p:cNvPr id="4098" name="Picture 2" descr="Data Marketing, ou quand la Data fait vendre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1611" y="2339586"/>
            <a:ext cx="6260389" cy="3323416"/>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pied de page 1">
            <a:extLst>
              <a:ext uri="{FF2B5EF4-FFF2-40B4-BE49-F238E27FC236}">
                <a16:creationId xmlns:a16="http://schemas.microsoft.com/office/drawing/2014/main" id="{24FAAED2-8541-CAD3-4E9F-699F2A4515DF}"/>
              </a:ext>
            </a:extLst>
          </p:cNvPr>
          <p:cNvSpPr>
            <a:spLocks noGrp="1"/>
          </p:cNvSpPr>
          <p:nvPr>
            <p:ph type="ftr" sz="quarter" idx="10"/>
          </p:nvPr>
        </p:nvSpPr>
        <p:spPr/>
        <p:txBody>
          <a:bodyPr/>
          <a:lstStyle/>
          <a:p>
            <a:r>
              <a:rPr lang="fr-FR"/>
              <a:t>Damien Chaney</a:t>
            </a:r>
          </a:p>
        </p:txBody>
      </p:sp>
    </p:spTree>
    <p:extLst>
      <p:ext uri="{BB962C8B-B14F-4D97-AF65-F5344CB8AC3E}">
        <p14:creationId xmlns:p14="http://schemas.microsoft.com/office/powerpoint/2010/main" val="154571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circle(in)">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down)">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down)">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down)">
                                      <p:cBhvr>
                                        <p:cTn id="22" dur="500"/>
                                        <p:tgtEl>
                                          <p:spTgt spid="11">
                                            <p:txEl>
                                              <p:pRg st="3" end="3"/>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4098"/>
                                        </p:tgtEl>
                                        <p:attrNameLst>
                                          <p:attrName>style.visibility</p:attrName>
                                        </p:attrNameLst>
                                      </p:cBhvr>
                                      <p:to>
                                        <p:strVal val="visible"/>
                                      </p:to>
                                    </p:set>
                                    <p:animEffect transition="in" filter="wipe(down)">
                                      <p:cBhvr>
                                        <p:cTn id="25"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NUM" val="3"/>
</p:tagLst>
</file>

<file path=ppt/tags/tag2.xml><?xml version="1.0" encoding="utf-8"?>
<p:tagLst xmlns:a="http://schemas.openxmlformats.org/drawingml/2006/main" xmlns:r="http://schemas.openxmlformats.org/officeDocument/2006/relationships" xmlns:p="http://schemas.openxmlformats.org/presentationml/2006/main">
  <p:tag name="NUM" val="4"/>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8"/>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ags/tag7.xml><?xml version="1.0" encoding="utf-8"?>
<p:tagLst xmlns:a="http://schemas.openxmlformats.org/drawingml/2006/main" xmlns:r="http://schemas.openxmlformats.org/officeDocument/2006/relationships" xmlns:p="http://schemas.openxmlformats.org/presentationml/2006/main">
  <p:tag name="NUM" val="7"/>
</p:tagLst>
</file>

<file path=ppt/tags/tag8.xml><?xml version="1.0" encoding="utf-8"?>
<p:tagLst xmlns:a="http://schemas.openxmlformats.org/drawingml/2006/main" xmlns:r="http://schemas.openxmlformats.org/officeDocument/2006/relationships" xmlns:p="http://schemas.openxmlformats.org/presentationml/2006/main">
  <p:tag name="NUM" val="8"/>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7"/>
</p:tagLst>
</file>

<file path=ppt/tags/tag11.xml><?xml version="1.0" encoding="utf-8"?>
<p:tagLst xmlns:a="http://schemas.openxmlformats.org/drawingml/2006/main" xmlns:r="http://schemas.openxmlformats.org/officeDocument/2006/relationships" xmlns:p="http://schemas.openxmlformats.org/presentationml/2006/main">
  <p:tag name="NUM" val="8"/>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7"/>
</p:tagLst>
</file>

<file path=ppt/tags/tag15.xml><?xml version="1.0" encoding="utf-8"?>
<p:tagLst xmlns:a="http://schemas.openxmlformats.org/drawingml/2006/main" xmlns:r="http://schemas.openxmlformats.org/officeDocument/2006/relationships" xmlns:p="http://schemas.openxmlformats.org/presentationml/2006/main">
  <p:tag name="NUM" val="8"/>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8"/>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3"/>
</p:tagLst>
</file>

<file path=ppt/tags/tag21.xml><?xml version="1.0" encoding="utf-8"?>
<p:tagLst xmlns:a="http://schemas.openxmlformats.org/drawingml/2006/main" xmlns:r="http://schemas.openxmlformats.org/officeDocument/2006/relationships" xmlns:p="http://schemas.openxmlformats.org/presentationml/2006/main">
  <p:tag name="NUM" val="8"/>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8"/>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8"/>
</p:tagLst>
</file>

<file path=ppt/tags/tag28.xml><?xml version="1.0" encoding="utf-8"?>
<p:tagLst xmlns:a="http://schemas.openxmlformats.org/drawingml/2006/main" xmlns:r="http://schemas.openxmlformats.org/officeDocument/2006/relationships" xmlns:p="http://schemas.openxmlformats.org/presentationml/2006/main">
  <p:tag name="NUM" val="1"/>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8"/>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8"/>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8"/>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8"/>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7"/>
</p:tagLst>
</file>

<file path=ppt/tags/tag43.xml><?xml version="1.0" encoding="utf-8"?>
<p:tagLst xmlns:a="http://schemas.openxmlformats.org/drawingml/2006/main" xmlns:r="http://schemas.openxmlformats.org/officeDocument/2006/relationships" xmlns:p="http://schemas.openxmlformats.org/presentationml/2006/main">
  <p:tag name="NUM" val="8"/>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3"/>
</p:tagLst>
</file>

<file path=ppt/tags/tag46.xml><?xml version="1.0" encoding="utf-8"?>
<p:tagLst xmlns:a="http://schemas.openxmlformats.org/drawingml/2006/main" xmlns:r="http://schemas.openxmlformats.org/officeDocument/2006/relationships" xmlns:p="http://schemas.openxmlformats.org/presentationml/2006/main">
  <p:tag name="NUM" val="7"/>
</p:tagLst>
</file>

<file path=ppt/tags/tag47.xml><?xml version="1.0" encoding="utf-8"?>
<p:tagLst xmlns:a="http://schemas.openxmlformats.org/drawingml/2006/main" xmlns:r="http://schemas.openxmlformats.org/officeDocument/2006/relationships" xmlns:p="http://schemas.openxmlformats.org/presentationml/2006/main">
  <p:tag name="NUM" val="8"/>
</p:tagLst>
</file>

<file path=ppt/tags/tag48.xml><?xml version="1.0" encoding="utf-8"?>
<p:tagLst xmlns:a="http://schemas.openxmlformats.org/drawingml/2006/main" xmlns:r="http://schemas.openxmlformats.org/officeDocument/2006/relationships" xmlns:p="http://schemas.openxmlformats.org/presentationml/2006/main">
  <p:tag name="NUM" val="1"/>
</p:tagLst>
</file>

<file path=ppt/tags/tag49.xml><?xml version="1.0" encoding="utf-8"?>
<p:tagLst xmlns:a="http://schemas.openxmlformats.org/drawingml/2006/main" xmlns:r="http://schemas.openxmlformats.org/officeDocument/2006/relationships" xmlns:p="http://schemas.openxmlformats.org/presentationml/2006/main">
  <p:tag name="NUM" val="8"/>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7"/>
</p:tagLst>
</file>

<file path=ppt/tags/tag52.xml><?xml version="1.0" encoding="utf-8"?>
<p:tagLst xmlns:a="http://schemas.openxmlformats.org/drawingml/2006/main" xmlns:r="http://schemas.openxmlformats.org/officeDocument/2006/relationships" xmlns:p="http://schemas.openxmlformats.org/presentationml/2006/main">
  <p:tag name="NUM" val="8"/>
</p:tagLst>
</file>

<file path=ppt/theme/theme1.xml><?xml version="1.0" encoding="utf-8"?>
<a:theme xmlns:a="http://schemas.openxmlformats.org/drawingml/2006/main" name="masque1">
  <a:themeElements>
    <a:clrScheme name="Personnalisé 1">
      <a:dk1>
        <a:srgbClr val="002266"/>
      </a:dk1>
      <a:lt1>
        <a:srgbClr val="F8F8F8"/>
      </a:lt1>
      <a:dk2>
        <a:srgbClr val="000099"/>
      </a:dk2>
      <a:lt2>
        <a:srgbClr val="ABCFE5"/>
      </a:lt2>
      <a:accent1>
        <a:srgbClr val="E00016"/>
      </a:accent1>
      <a:accent2>
        <a:srgbClr val="EE754D"/>
      </a:accent2>
      <a:accent3>
        <a:srgbClr val="BFC3CC"/>
      </a:accent3>
      <a:accent4>
        <a:srgbClr val="FFC000"/>
      </a:accent4>
      <a:accent5>
        <a:srgbClr val="006699"/>
      </a:accent5>
      <a:accent6>
        <a:srgbClr val="A1C854"/>
      </a:accent6>
      <a:hlink>
        <a:srgbClr val="0563C1"/>
      </a:hlink>
      <a:folHlink>
        <a:srgbClr val="EA5153"/>
      </a:folHlink>
    </a:clrScheme>
    <a:fontScheme name="Personnalisé 1">
      <a:majorFont>
        <a:latin typeface="AvenirNext LT Pro 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21867AE-BF40-4702-B00C-5667C6EE9D2E}">
  <we:reference id="WA200005669" version="2.0.0.0" store="Omex" storeType="OMEX"/>
  <we:alternateReferences>
    <we:reference id="WA200005669" version="2.0.0.0" store="WA20000566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EAC1D91D3C1584090C60C94649FF261" ma:contentTypeVersion="7" ma:contentTypeDescription="Crée un document." ma:contentTypeScope="" ma:versionID="540756773dc0a2a8b285244746eb9ca4">
  <xsd:schema xmlns:xsd="http://www.w3.org/2001/XMLSchema" xmlns:xs="http://www.w3.org/2001/XMLSchema" xmlns:p="http://schemas.microsoft.com/office/2006/metadata/properties" xmlns:ns3="eef188bb-c89f-40c6-a94d-46a75d7a81c5" targetNamespace="http://schemas.microsoft.com/office/2006/metadata/properties" ma:root="true" ma:fieldsID="0f311a179a4da9beee5b3b9f0f2542a7" ns3:_="">
    <xsd:import namespace="eef188bb-c89f-40c6-a94d-46a75d7a81c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f188bb-c89f-40c6-a94d-46a75d7a81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04425F-BADF-4C89-8D1B-20EBA065A789}">
  <ds:schemaRefs>
    <ds:schemaRef ds:uri="http://schemas.microsoft.com/sharepoint/v3/contenttype/forms"/>
  </ds:schemaRefs>
</ds:datastoreItem>
</file>

<file path=customXml/itemProps2.xml><?xml version="1.0" encoding="utf-8"?>
<ds:datastoreItem xmlns:ds="http://schemas.openxmlformats.org/officeDocument/2006/customXml" ds:itemID="{EE46D885-EA9B-474E-9873-BB427DDC93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f188bb-c89f-40c6-a94d-46a75d7a81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E2909BC-5D95-4BF6-B70C-9E49E106BB41}">
  <ds:schemaRefs>
    <ds:schemaRef ds:uri="http://purl.org/dc/dcmitype/"/>
    <ds:schemaRef ds:uri="eef188bb-c89f-40c6-a94d-46a75d7a81c5"/>
    <ds:schemaRef ds:uri="http://schemas.openxmlformats.org/package/2006/metadata/core-properties"/>
    <ds:schemaRef ds:uri="http://schemas.microsoft.com/office/2006/documentManagement/types"/>
    <ds:schemaRef ds:uri="http://www.w3.org/XML/1998/namespace"/>
    <ds:schemaRef ds:uri="http://purl.org/dc/elements/1.1/"/>
    <ds:schemaRef ds:uri="http://schemas.microsoft.com/office/infopath/2007/PartnerControls"/>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dffef3d7-143e-41ed-815d-9c383c48eb95}" enabled="0" method="" siteId="{dffef3d7-143e-41ed-815d-9c383c48eb95}" removed="1"/>
</clbl:labelList>
</file>

<file path=docProps/app.xml><?xml version="1.0" encoding="utf-8"?>
<Properties xmlns="http://schemas.openxmlformats.org/officeDocument/2006/extended-properties" xmlns:vt="http://schemas.openxmlformats.org/officeDocument/2006/docPropsVTypes">
  <Template>masque_ppt_FR</Template>
  <TotalTime>6041</TotalTime>
  <Words>863</Words>
  <Application>Microsoft Office PowerPoint</Application>
  <PresentationFormat>Grand écran</PresentationFormat>
  <Paragraphs>140</Paragraphs>
  <Slides>20</Slides>
  <Notes>12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Arial</vt:lpstr>
      <vt:lpstr>Avenir Next LT Pro</vt:lpstr>
      <vt:lpstr>AvenirNext LT Pro Bold</vt:lpstr>
      <vt:lpstr>AvenirNext LT Pro Medium</vt:lpstr>
      <vt:lpstr>Calibri</vt:lpstr>
      <vt:lpstr>MADE Outer Sans</vt:lpstr>
      <vt:lpstr>Wingdings</vt:lpstr>
      <vt:lpstr>masque1</vt:lpstr>
      <vt:lpstr>Marketing relationnel</vt:lpstr>
      <vt:lpstr>Présentation générale du cours</vt:lpstr>
      <vt:lpstr>Objectifs du cours</vt:lpstr>
      <vt:lpstr>Références bibliographiques</vt:lpstr>
      <vt:lpstr>Modes d’évaluation</vt:lpstr>
      <vt:lpstr>1. Les fondamentaux du marketing relationnel</vt:lpstr>
      <vt:lpstr>Les fondements du marketing relationnel</vt:lpstr>
      <vt:lpstr>Les fondements du marketing relationnel</vt:lpstr>
      <vt:lpstr>Les fondements du marketing relationnel</vt:lpstr>
      <vt:lpstr>Présentation PowerPoint</vt:lpstr>
      <vt:lpstr>Présentation PowerPoint</vt:lpstr>
      <vt:lpstr>Les fondements du marketing relationnel</vt:lpstr>
      <vt:lpstr>Présentation PowerPoint</vt:lpstr>
      <vt:lpstr>Présentation PowerPoint</vt:lpstr>
      <vt:lpstr>Les fondements du marketing relationnel</vt:lpstr>
      <vt:lpstr>Les fondements du marketing relationnel</vt:lpstr>
      <vt:lpstr>Un peu d’histoire</vt:lpstr>
      <vt:lpstr>Définition du marketing relationnel</vt:lpstr>
      <vt:lpstr>Deux dimensions centrales du marketing relationnel</vt:lpstr>
      <vt:lpstr>Deux dimensions centrales du marketing relationnel</vt:lpstr>
    </vt:vector>
  </TitlesOfParts>
  <Company>Ecole de Management de Normandie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LAMOTTE Olivier</dc:creator>
  <cp:lastModifiedBy>TRELOHAN Magali</cp:lastModifiedBy>
  <cp:revision>361</cp:revision>
  <dcterms:created xsi:type="dcterms:W3CDTF">2019-10-07T12:53:08Z</dcterms:created>
  <dcterms:modified xsi:type="dcterms:W3CDTF">2025-06-13T08:28:09Z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0x0101006EAC1D91D3C1584090C60C94649FF261</vt:lpwstr>
  </property>
</Properties>
</file>